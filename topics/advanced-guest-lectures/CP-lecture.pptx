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8" r:id="rId3"/>
    <p:sldId id="264" r:id="rId4"/>
    <p:sldId id="257" r:id="rId5"/>
    <p:sldId id="307" r:id="rId6"/>
    <p:sldId id="308" r:id="rId7"/>
    <p:sldId id="309" r:id="rId8"/>
    <p:sldId id="310" r:id="rId9"/>
    <p:sldId id="315" r:id="rId10"/>
    <p:sldId id="316" r:id="rId11"/>
    <p:sldId id="261" r:id="rId12"/>
    <p:sldId id="262" r:id="rId13"/>
    <p:sldId id="263" r:id="rId14"/>
    <p:sldId id="265" r:id="rId15"/>
    <p:sldId id="266" r:id="rId16"/>
    <p:sldId id="268" r:id="rId17"/>
    <p:sldId id="269" r:id="rId18"/>
    <p:sldId id="270" r:id="rId19"/>
    <p:sldId id="271" r:id="rId20"/>
    <p:sldId id="272" r:id="rId21"/>
    <p:sldId id="273" r:id="rId22"/>
    <p:sldId id="274" r:id="rId23"/>
    <p:sldId id="275" r:id="rId24"/>
    <p:sldId id="276" r:id="rId25"/>
    <p:sldId id="277" r:id="rId26"/>
    <p:sldId id="278" r:id="rId27"/>
    <p:sldId id="280" r:id="rId28"/>
    <p:sldId id="279" r:id="rId29"/>
    <p:sldId id="281" r:id="rId30"/>
    <p:sldId id="282" r:id="rId31"/>
    <p:sldId id="283" r:id="rId32"/>
    <p:sldId id="284" r:id="rId33"/>
    <p:sldId id="285" r:id="rId34"/>
    <p:sldId id="290" r:id="rId35"/>
    <p:sldId id="287" r:id="rId36"/>
    <p:sldId id="291" r:id="rId37"/>
    <p:sldId id="292" r:id="rId38"/>
    <p:sldId id="293" r:id="rId39"/>
    <p:sldId id="296" r:id="rId40"/>
    <p:sldId id="302" r:id="rId41"/>
    <p:sldId id="303" r:id="rId42"/>
    <p:sldId id="319" r:id="rId43"/>
    <p:sldId id="304" r:id="rId44"/>
    <p:sldId id="305" r:id="rId45"/>
    <p:sldId id="306" r:id="rId46"/>
    <p:sldId id="294" r:id="rId47"/>
    <p:sldId id="311" r:id="rId48"/>
    <p:sldId id="312" r:id="rId49"/>
    <p:sldId id="321" r:id="rId50"/>
    <p:sldId id="318" r:id="rId51"/>
    <p:sldId id="260" r:id="rId52"/>
    <p:sldId id="26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6EB2"/>
    <a:srgbClr val="156082"/>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FA982-AE1D-5E4D-AF6A-227E8200175E}" v="307" dt="2025-11-13T10:47:05.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p:restoredTop sz="86391"/>
  </p:normalViewPr>
  <p:slideViewPr>
    <p:cSldViewPr snapToGrid="0">
      <p:cViewPr varScale="1">
        <p:scale>
          <a:sx n="119" d="100"/>
          <a:sy n="119" d="100"/>
        </p:scale>
        <p:origin x="2048"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ius Sukys" userId="070ca283-c94c-4a21-a78f-907189c2ef21" providerId="ADAL" clId="{B51FA982-AE1D-5E4D-AF6A-227E8200175E}"/>
    <pc:docChg chg="undo custSel addSld delSld modSld sldOrd">
      <pc:chgData name="Danielius Sukys" userId="070ca283-c94c-4a21-a78f-907189c2ef21" providerId="ADAL" clId="{B51FA982-AE1D-5E4D-AF6A-227E8200175E}" dt="2025-11-13T10:47:05.551" v="2863" actId="20577"/>
      <pc:docMkLst>
        <pc:docMk/>
      </pc:docMkLst>
      <pc:sldChg chg="modSp mod">
        <pc:chgData name="Danielius Sukys" userId="070ca283-c94c-4a21-a78f-907189c2ef21" providerId="ADAL" clId="{B51FA982-AE1D-5E4D-AF6A-227E8200175E}" dt="2025-11-12T18:16:36.817" v="2578" actId="20577"/>
        <pc:sldMkLst>
          <pc:docMk/>
          <pc:sldMk cId="1676873440" sldId="256"/>
        </pc:sldMkLst>
        <pc:spChg chg="mod">
          <ac:chgData name="Danielius Sukys" userId="070ca283-c94c-4a21-a78f-907189c2ef21" providerId="ADAL" clId="{B51FA982-AE1D-5E4D-AF6A-227E8200175E}" dt="2025-11-12T18:16:36.817" v="2578" actId="20577"/>
          <ac:spMkLst>
            <pc:docMk/>
            <pc:sldMk cId="1676873440" sldId="256"/>
            <ac:spMk id="3" creationId="{2E7B9D34-30BD-4CA0-6FF3-DBFBFBE2D4EF}"/>
          </ac:spMkLst>
        </pc:spChg>
      </pc:sldChg>
      <pc:sldChg chg="modAnim">
        <pc:chgData name="Danielius Sukys" userId="070ca283-c94c-4a21-a78f-907189c2ef21" providerId="ADAL" clId="{B51FA982-AE1D-5E4D-AF6A-227E8200175E}" dt="2025-11-12T17:10:19.568" v="2300"/>
        <pc:sldMkLst>
          <pc:docMk/>
          <pc:sldMk cId="1791472058" sldId="257"/>
        </pc:sldMkLst>
      </pc:sldChg>
      <pc:sldChg chg="modSp mod modAnim">
        <pc:chgData name="Danielius Sukys" userId="070ca283-c94c-4a21-a78f-907189c2ef21" providerId="ADAL" clId="{B51FA982-AE1D-5E4D-AF6A-227E8200175E}" dt="2025-11-12T13:46:29.599" v="2223"/>
        <pc:sldMkLst>
          <pc:docMk/>
          <pc:sldMk cId="3593470063" sldId="258"/>
        </pc:sldMkLst>
        <pc:spChg chg="mod">
          <ac:chgData name="Danielius Sukys" userId="070ca283-c94c-4a21-a78f-907189c2ef21" providerId="ADAL" clId="{B51FA982-AE1D-5E4D-AF6A-227E8200175E}" dt="2025-11-12T10:39:44.541" v="2219" actId="27636"/>
          <ac:spMkLst>
            <pc:docMk/>
            <pc:sldMk cId="3593470063" sldId="258"/>
            <ac:spMk id="3" creationId="{C536FE13-FF66-8657-A878-35754C25B72B}"/>
          </ac:spMkLst>
        </pc:spChg>
      </pc:sldChg>
      <pc:sldChg chg="del">
        <pc:chgData name="Danielius Sukys" userId="070ca283-c94c-4a21-a78f-907189c2ef21" providerId="ADAL" clId="{B51FA982-AE1D-5E4D-AF6A-227E8200175E}" dt="2025-11-12T13:44:01.913" v="2220" actId="2696"/>
        <pc:sldMkLst>
          <pc:docMk/>
          <pc:sldMk cId="2725042918" sldId="259"/>
        </pc:sldMkLst>
      </pc:sldChg>
      <pc:sldChg chg="addSp delSp modSp mod ord">
        <pc:chgData name="Danielius Sukys" userId="070ca283-c94c-4a21-a78f-907189c2ef21" providerId="ADAL" clId="{B51FA982-AE1D-5E4D-AF6A-227E8200175E}" dt="2025-11-12T18:14:05.521" v="2563" actId="1076"/>
        <pc:sldMkLst>
          <pc:docMk/>
          <pc:sldMk cId="1737995484" sldId="260"/>
        </pc:sldMkLst>
        <pc:spChg chg="del">
          <ac:chgData name="Danielius Sukys" userId="070ca283-c94c-4a21-a78f-907189c2ef21" providerId="ADAL" clId="{B51FA982-AE1D-5E4D-AF6A-227E8200175E}" dt="2025-11-12T18:13:06.593" v="2470"/>
          <ac:spMkLst>
            <pc:docMk/>
            <pc:sldMk cId="1737995484" sldId="260"/>
            <ac:spMk id="3" creationId="{DDE568B1-BE18-CCB4-697A-ECCDE3381E60}"/>
          </ac:spMkLst>
        </pc:spChg>
        <pc:spChg chg="add mod">
          <ac:chgData name="Danielius Sukys" userId="070ca283-c94c-4a21-a78f-907189c2ef21" providerId="ADAL" clId="{B51FA982-AE1D-5E4D-AF6A-227E8200175E}" dt="2025-11-12T18:14:05.521" v="2563" actId="1076"/>
          <ac:spMkLst>
            <pc:docMk/>
            <pc:sldMk cId="1737995484" sldId="260"/>
            <ac:spMk id="5" creationId="{0B35B90A-B5B6-2FC9-8607-B485CE16E11E}"/>
          </ac:spMkLst>
        </pc:spChg>
        <pc:picChg chg="add mod">
          <ac:chgData name="Danielius Sukys" userId="070ca283-c94c-4a21-a78f-907189c2ef21" providerId="ADAL" clId="{B51FA982-AE1D-5E4D-AF6A-227E8200175E}" dt="2025-11-12T18:13:17.307" v="2475" actId="1076"/>
          <ac:picMkLst>
            <pc:docMk/>
            <pc:sldMk cId="1737995484" sldId="260"/>
            <ac:picMk id="4" creationId="{EE18D683-025F-D33F-1D7C-C0B614B860E6}"/>
          </ac:picMkLst>
        </pc:picChg>
      </pc:sldChg>
      <pc:sldChg chg="modAnim">
        <pc:chgData name="Danielius Sukys" userId="070ca283-c94c-4a21-a78f-907189c2ef21" providerId="ADAL" clId="{B51FA982-AE1D-5E4D-AF6A-227E8200175E}" dt="2025-11-12T17:15:25.682" v="2333"/>
        <pc:sldMkLst>
          <pc:docMk/>
          <pc:sldMk cId="4202389035" sldId="261"/>
        </pc:sldMkLst>
      </pc:sldChg>
      <pc:sldChg chg="addSp modSp mod modAnim">
        <pc:chgData name="Danielius Sukys" userId="070ca283-c94c-4a21-a78f-907189c2ef21" providerId="ADAL" clId="{B51FA982-AE1D-5E4D-AF6A-227E8200175E}" dt="2025-11-12T18:21:57.040" v="2625" actId="1076"/>
        <pc:sldMkLst>
          <pc:docMk/>
          <pc:sldMk cId="729516040" sldId="262"/>
        </pc:sldMkLst>
        <pc:spChg chg="add mod">
          <ac:chgData name="Danielius Sukys" userId="070ca283-c94c-4a21-a78f-907189c2ef21" providerId="ADAL" clId="{B51FA982-AE1D-5E4D-AF6A-227E8200175E}" dt="2025-11-12T18:21:57.040" v="2625" actId="1076"/>
          <ac:spMkLst>
            <pc:docMk/>
            <pc:sldMk cId="729516040" sldId="262"/>
            <ac:spMk id="3" creationId="{19872F59-8A0F-E256-BA90-03D4EA2B9B19}"/>
          </ac:spMkLst>
        </pc:spChg>
      </pc:sldChg>
      <pc:sldChg chg="modAnim">
        <pc:chgData name="Danielius Sukys" userId="070ca283-c94c-4a21-a78f-907189c2ef21" providerId="ADAL" clId="{B51FA982-AE1D-5E4D-AF6A-227E8200175E}" dt="2025-11-12T17:15:59.600" v="2341"/>
        <pc:sldMkLst>
          <pc:docMk/>
          <pc:sldMk cId="3676801684" sldId="263"/>
        </pc:sldMkLst>
      </pc:sldChg>
      <pc:sldChg chg="modAnim">
        <pc:chgData name="Danielius Sukys" userId="070ca283-c94c-4a21-a78f-907189c2ef21" providerId="ADAL" clId="{B51FA982-AE1D-5E4D-AF6A-227E8200175E}" dt="2025-11-12T17:16:42.650" v="2342"/>
        <pc:sldMkLst>
          <pc:docMk/>
          <pc:sldMk cId="428823759" sldId="271"/>
        </pc:sldMkLst>
      </pc:sldChg>
      <pc:sldChg chg="modAnim">
        <pc:chgData name="Danielius Sukys" userId="070ca283-c94c-4a21-a78f-907189c2ef21" providerId="ADAL" clId="{B51FA982-AE1D-5E4D-AF6A-227E8200175E}" dt="2025-11-12T17:16:47.154" v="2343"/>
        <pc:sldMkLst>
          <pc:docMk/>
          <pc:sldMk cId="2790719054" sldId="272"/>
        </pc:sldMkLst>
      </pc:sldChg>
      <pc:sldChg chg="modAnim">
        <pc:chgData name="Danielius Sukys" userId="070ca283-c94c-4a21-a78f-907189c2ef21" providerId="ADAL" clId="{B51FA982-AE1D-5E4D-AF6A-227E8200175E}" dt="2025-11-12T17:16:51.777" v="2344"/>
        <pc:sldMkLst>
          <pc:docMk/>
          <pc:sldMk cId="1249276522" sldId="273"/>
        </pc:sldMkLst>
      </pc:sldChg>
      <pc:sldChg chg="modAnim">
        <pc:chgData name="Danielius Sukys" userId="070ca283-c94c-4a21-a78f-907189c2ef21" providerId="ADAL" clId="{B51FA982-AE1D-5E4D-AF6A-227E8200175E}" dt="2025-11-12T17:16:55.305" v="2345"/>
        <pc:sldMkLst>
          <pc:docMk/>
          <pc:sldMk cId="2145433835" sldId="274"/>
        </pc:sldMkLst>
      </pc:sldChg>
      <pc:sldChg chg="modSp modAnim">
        <pc:chgData name="Danielius Sukys" userId="070ca283-c94c-4a21-a78f-907189c2ef21" providerId="ADAL" clId="{B51FA982-AE1D-5E4D-AF6A-227E8200175E}" dt="2025-11-13T10:47:05.551" v="2863" actId="20577"/>
        <pc:sldMkLst>
          <pc:docMk/>
          <pc:sldMk cId="4225103677" sldId="275"/>
        </pc:sldMkLst>
        <pc:spChg chg="mod">
          <ac:chgData name="Danielius Sukys" userId="070ca283-c94c-4a21-a78f-907189c2ef21" providerId="ADAL" clId="{B51FA982-AE1D-5E4D-AF6A-227E8200175E}" dt="2025-11-13T10:47:05.551" v="2863" actId="20577"/>
          <ac:spMkLst>
            <pc:docMk/>
            <pc:sldMk cId="4225103677" sldId="275"/>
            <ac:spMk id="3" creationId="{2AB964DA-D4B1-71DE-6526-7AA8BC86A272}"/>
          </ac:spMkLst>
        </pc:spChg>
      </pc:sldChg>
      <pc:sldChg chg="modSp modAnim">
        <pc:chgData name="Danielius Sukys" userId="070ca283-c94c-4a21-a78f-907189c2ef21" providerId="ADAL" clId="{B51FA982-AE1D-5E4D-AF6A-227E8200175E}" dt="2025-11-12T18:31:36.603" v="2634" actId="20577"/>
        <pc:sldMkLst>
          <pc:docMk/>
          <pc:sldMk cId="1713968039" sldId="276"/>
        </pc:sldMkLst>
        <pc:spChg chg="mod">
          <ac:chgData name="Danielius Sukys" userId="070ca283-c94c-4a21-a78f-907189c2ef21" providerId="ADAL" clId="{B51FA982-AE1D-5E4D-AF6A-227E8200175E}" dt="2025-11-12T18:31:36.603" v="2634" actId="20577"/>
          <ac:spMkLst>
            <pc:docMk/>
            <pc:sldMk cId="1713968039" sldId="276"/>
            <ac:spMk id="3" creationId="{6605BF48-B464-A174-5AE0-AC710254F9C8}"/>
          </ac:spMkLst>
        </pc:spChg>
      </pc:sldChg>
      <pc:sldChg chg="modAnim">
        <pc:chgData name="Danielius Sukys" userId="070ca283-c94c-4a21-a78f-907189c2ef21" providerId="ADAL" clId="{B51FA982-AE1D-5E4D-AF6A-227E8200175E}" dt="2025-11-12T17:18:02.625" v="2350"/>
        <pc:sldMkLst>
          <pc:docMk/>
          <pc:sldMk cId="4045863464" sldId="277"/>
        </pc:sldMkLst>
      </pc:sldChg>
      <pc:sldChg chg="modSp modAnim">
        <pc:chgData name="Danielius Sukys" userId="070ca283-c94c-4a21-a78f-907189c2ef21" providerId="ADAL" clId="{B51FA982-AE1D-5E4D-AF6A-227E8200175E}" dt="2025-11-12T18:35:13.363" v="2665" actId="20577"/>
        <pc:sldMkLst>
          <pc:docMk/>
          <pc:sldMk cId="3776145661" sldId="278"/>
        </pc:sldMkLst>
        <pc:spChg chg="mod">
          <ac:chgData name="Danielius Sukys" userId="070ca283-c94c-4a21-a78f-907189c2ef21" providerId="ADAL" clId="{B51FA982-AE1D-5E4D-AF6A-227E8200175E}" dt="2025-11-12T18:35:13.363" v="2665" actId="20577"/>
          <ac:spMkLst>
            <pc:docMk/>
            <pc:sldMk cId="3776145661" sldId="278"/>
            <ac:spMk id="3" creationId="{0EBB7D8E-CBE2-053D-5F4D-243F67596C0E}"/>
          </ac:spMkLst>
        </pc:spChg>
      </pc:sldChg>
      <pc:sldChg chg="modSp mod">
        <pc:chgData name="Danielius Sukys" userId="070ca283-c94c-4a21-a78f-907189c2ef21" providerId="ADAL" clId="{B51FA982-AE1D-5E4D-AF6A-227E8200175E}" dt="2025-11-12T18:38:03.736" v="2667" actId="1076"/>
        <pc:sldMkLst>
          <pc:docMk/>
          <pc:sldMk cId="2251850428" sldId="279"/>
        </pc:sldMkLst>
        <pc:spChg chg="mod">
          <ac:chgData name="Danielius Sukys" userId="070ca283-c94c-4a21-a78f-907189c2ef21" providerId="ADAL" clId="{B51FA982-AE1D-5E4D-AF6A-227E8200175E}" dt="2025-11-12T18:38:03.736" v="2667" actId="1076"/>
          <ac:spMkLst>
            <pc:docMk/>
            <pc:sldMk cId="2251850428" sldId="279"/>
            <ac:spMk id="13" creationId="{06FB5F47-BC30-E1A5-D154-A302F7BD4D7B}"/>
          </ac:spMkLst>
        </pc:spChg>
      </pc:sldChg>
      <pc:sldChg chg="modSp mod modAnim">
        <pc:chgData name="Danielius Sukys" userId="070ca283-c94c-4a21-a78f-907189c2ef21" providerId="ADAL" clId="{B51FA982-AE1D-5E4D-AF6A-227E8200175E}" dt="2025-11-12T18:35:54.368" v="2666"/>
        <pc:sldMkLst>
          <pc:docMk/>
          <pc:sldMk cId="3194446185" sldId="280"/>
        </pc:sldMkLst>
        <pc:spChg chg="mod">
          <ac:chgData name="Danielius Sukys" userId="070ca283-c94c-4a21-a78f-907189c2ef21" providerId="ADAL" clId="{B51FA982-AE1D-5E4D-AF6A-227E8200175E}" dt="2025-11-12T17:18:33.665" v="2382" actId="14100"/>
          <ac:spMkLst>
            <pc:docMk/>
            <pc:sldMk cId="3194446185" sldId="280"/>
            <ac:spMk id="13" creationId="{46AEFF7E-0FF4-6530-831B-F0A83A2A84DF}"/>
          </ac:spMkLst>
        </pc:spChg>
      </pc:sldChg>
      <pc:sldChg chg="modSp mod modAnim">
        <pc:chgData name="Danielius Sukys" userId="070ca283-c94c-4a21-a78f-907189c2ef21" providerId="ADAL" clId="{B51FA982-AE1D-5E4D-AF6A-227E8200175E}" dt="2025-11-12T18:38:24.365" v="2668" actId="14100"/>
        <pc:sldMkLst>
          <pc:docMk/>
          <pc:sldMk cId="1005423921" sldId="281"/>
        </pc:sldMkLst>
        <pc:spChg chg="mod">
          <ac:chgData name="Danielius Sukys" userId="070ca283-c94c-4a21-a78f-907189c2ef21" providerId="ADAL" clId="{B51FA982-AE1D-5E4D-AF6A-227E8200175E}" dt="2025-11-12T18:38:24.365" v="2668" actId="14100"/>
          <ac:spMkLst>
            <pc:docMk/>
            <pc:sldMk cId="1005423921" sldId="281"/>
            <ac:spMk id="16" creationId="{5032364C-7A2A-ABE4-02A6-9F672AEDBEE2}"/>
          </ac:spMkLst>
        </pc:spChg>
      </pc:sldChg>
      <pc:sldChg chg="addSp modSp mod modAnim">
        <pc:chgData name="Danielius Sukys" userId="070ca283-c94c-4a21-a78f-907189c2ef21" providerId="ADAL" clId="{B51FA982-AE1D-5E4D-AF6A-227E8200175E}" dt="2025-11-12T18:42:43.128" v="2840" actId="1076"/>
        <pc:sldMkLst>
          <pc:docMk/>
          <pc:sldMk cId="3033508606" sldId="283"/>
        </pc:sldMkLst>
        <pc:spChg chg="add mod">
          <ac:chgData name="Danielius Sukys" userId="070ca283-c94c-4a21-a78f-907189c2ef21" providerId="ADAL" clId="{B51FA982-AE1D-5E4D-AF6A-227E8200175E}" dt="2025-11-12T18:40:29.542" v="2740" actId="20577"/>
          <ac:spMkLst>
            <pc:docMk/>
            <pc:sldMk cId="3033508606" sldId="283"/>
            <ac:spMk id="3" creationId="{654D07BE-2D16-6692-EA06-E184DD5B4B95}"/>
          </ac:spMkLst>
        </pc:spChg>
        <pc:spChg chg="mod">
          <ac:chgData name="Danielius Sukys" userId="070ca283-c94c-4a21-a78f-907189c2ef21" providerId="ADAL" clId="{B51FA982-AE1D-5E4D-AF6A-227E8200175E}" dt="2025-11-12T18:42:43.128" v="2840" actId="1076"/>
          <ac:spMkLst>
            <pc:docMk/>
            <pc:sldMk cId="3033508606" sldId="283"/>
            <ac:spMk id="6" creationId="{22501E03-95BA-1CAA-137F-C7CF17A42685}"/>
          </ac:spMkLst>
        </pc:spChg>
      </pc:sldChg>
      <pc:sldChg chg="addSp modSp mod modAnim">
        <pc:chgData name="Danielius Sukys" userId="070ca283-c94c-4a21-a78f-907189c2ef21" providerId="ADAL" clId="{B51FA982-AE1D-5E4D-AF6A-227E8200175E}" dt="2025-11-12T18:40:36.983" v="2741"/>
        <pc:sldMkLst>
          <pc:docMk/>
          <pc:sldMk cId="1545959845" sldId="284"/>
        </pc:sldMkLst>
        <pc:spChg chg="add mod">
          <ac:chgData name="Danielius Sukys" userId="070ca283-c94c-4a21-a78f-907189c2ef21" providerId="ADAL" clId="{B51FA982-AE1D-5E4D-AF6A-227E8200175E}" dt="2025-11-12T09:57:23.768" v="1652" actId="1076"/>
          <ac:spMkLst>
            <pc:docMk/>
            <pc:sldMk cId="1545959845" sldId="284"/>
            <ac:spMk id="3" creationId="{065A2B89-18C3-EEC4-8845-1EA2ADAA30F8}"/>
          </ac:spMkLst>
        </pc:spChg>
        <pc:spChg chg="add mod">
          <ac:chgData name="Danielius Sukys" userId="070ca283-c94c-4a21-a78f-907189c2ef21" providerId="ADAL" clId="{B51FA982-AE1D-5E4D-AF6A-227E8200175E}" dt="2025-11-12T09:57:27.048" v="1653" actId="1076"/>
          <ac:spMkLst>
            <pc:docMk/>
            <pc:sldMk cId="1545959845" sldId="284"/>
            <ac:spMk id="4" creationId="{2BA9EAC4-EA1B-695D-6C18-B0126E3A7429}"/>
          </ac:spMkLst>
        </pc:spChg>
        <pc:spChg chg="add mod">
          <ac:chgData name="Danielius Sukys" userId="070ca283-c94c-4a21-a78f-907189c2ef21" providerId="ADAL" clId="{B51FA982-AE1D-5E4D-AF6A-227E8200175E}" dt="2025-11-12T18:40:36.983" v="2741"/>
          <ac:spMkLst>
            <pc:docMk/>
            <pc:sldMk cId="1545959845" sldId="284"/>
            <ac:spMk id="7" creationId="{1D24FFDB-D762-B91A-5737-7717FA86BD69}"/>
          </ac:spMkLst>
        </pc:spChg>
      </pc:sldChg>
      <pc:sldChg chg="modSp mod modAnim">
        <pc:chgData name="Danielius Sukys" userId="070ca283-c94c-4a21-a78f-907189c2ef21" providerId="ADAL" clId="{B51FA982-AE1D-5E4D-AF6A-227E8200175E}" dt="2025-11-12T17:20:19.653" v="2399"/>
        <pc:sldMkLst>
          <pc:docMk/>
          <pc:sldMk cId="2804828723" sldId="285"/>
        </pc:sldMkLst>
        <pc:spChg chg="mod">
          <ac:chgData name="Danielius Sukys" userId="070ca283-c94c-4a21-a78f-907189c2ef21" providerId="ADAL" clId="{B51FA982-AE1D-5E4D-AF6A-227E8200175E}" dt="2025-11-12T10:01:24.419" v="1940" actId="20577"/>
          <ac:spMkLst>
            <pc:docMk/>
            <pc:sldMk cId="2804828723" sldId="285"/>
            <ac:spMk id="8" creationId="{C3B68D84-3221-06F9-BF72-FEA66B330265}"/>
          </ac:spMkLst>
        </pc:spChg>
      </pc:sldChg>
      <pc:sldChg chg="delSp modSp modAnim">
        <pc:chgData name="Danielius Sukys" userId="070ca283-c94c-4a21-a78f-907189c2ef21" providerId="ADAL" clId="{B51FA982-AE1D-5E4D-AF6A-227E8200175E}" dt="2025-11-12T17:22:25.470" v="2412"/>
        <pc:sldMkLst>
          <pc:docMk/>
          <pc:sldMk cId="1383520388" sldId="290"/>
        </pc:sldMkLst>
        <pc:spChg chg="mod topLvl">
          <ac:chgData name="Danielius Sukys" userId="070ca283-c94c-4a21-a78f-907189c2ef21" providerId="ADAL" clId="{B51FA982-AE1D-5E4D-AF6A-227E8200175E}" dt="2025-11-12T17:21:28.117" v="2404" actId="165"/>
          <ac:spMkLst>
            <pc:docMk/>
            <pc:sldMk cId="1383520388" sldId="290"/>
            <ac:spMk id="5" creationId="{A9627CB9-A3ED-0DC1-202C-13E0953647F2}"/>
          </ac:spMkLst>
        </pc:spChg>
        <pc:spChg chg="mod topLvl">
          <ac:chgData name="Danielius Sukys" userId="070ca283-c94c-4a21-a78f-907189c2ef21" providerId="ADAL" clId="{B51FA982-AE1D-5E4D-AF6A-227E8200175E}" dt="2025-11-12T17:21:28.117" v="2404" actId="165"/>
          <ac:spMkLst>
            <pc:docMk/>
            <pc:sldMk cId="1383520388" sldId="290"/>
            <ac:spMk id="6" creationId="{CFE51134-F91B-86EB-A1DB-4DD1B4EF4C23}"/>
          </ac:spMkLst>
        </pc:spChg>
        <pc:spChg chg="mod topLvl">
          <ac:chgData name="Danielius Sukys" userId="070ca283-c94c-4a21-a78f-907189c2ef21" providerId="ADAL" clId="{B51FA982-AE1D-5E4D-AF6A-227E8200175E}" dt="2025-11-12T17:21:28.117" v="2404" actId="165"/>
          <ac:spMkLst>
            <pc:docMk/>
            <pc:sldMk cId="1383520388" sldId="290"/>
            <ac:spMk id="7" creationId="{2D42085B-1682-BDED-E51B-ECED469B2954}"/>
          </ac:spMkLst>
        </pc:spChg>
        <pc:spChg chg="mod topLvl">
          <ac:chgData name="Danielius Sukys" userId="070ca283-c94c-4a21-a78f-907189c2ef21" providerId="ADAL" clId="{B51FA982-AE1D-5E4D-AF6A-227E8200175E}" dt="2025-11-12T17:21:45.377" v="2406" actId="165"/>
          <ac:spMkLst>
            <pc:docMk/>
            <pc:sldMk cId="1383520388" sldId="290"/>
            <ac:spMk id="17" creationId="{A5FC8B6E-5372-E3C1-1509-5A3B04CB7FCC}"/>
          </ac:spMkLst>
        </pc:spChg>
        <pc:spChg chg="mod topLvl">
          <ac:chgData name="Danielius Sukys" userId="070ca283-c94c-4a21-a78f-907189c2ef21" providerId="ADAL" clId="{B51FA982-AE1D-5E4D-AF6A-227E8200175E}" dt="2025-11-12T17:21:45.377" v="2406" actId="165"/>
          <ac:spMkLst>
            <pc:docMk/>
            <pc:sldMk cId="1383520388" sldId="290"/>
            <ac:spMk id="18" creationId="{94D21669-DA1A-B2C8-57CB-C158D2BC0CE8}"/>
          </ac:spMkLst>
        </pc:spChg>
        <pc:spChg chg="mod topLvl">
          <ac:chgData name="Danielius Sukys" userId="070ca283-c94c-4a21-a78f-907189c2ef21" providerId="ADAL" clId="{B51FA982-AE1D-5E4D-AF6A-227E8200175E}" dt="2025-11-12T17:21:45.377" v="2406" actId="165"/>
          <ac:spMkLst>
            <pc:docMk/>
            <pc:sldMk cId="1383520388" sldId="290"/>
            <ac:spMk id="19" creationId="{1ECADDC8-193D-BB56-BD5E-D3D79EC3D469}"/>
          </ac:spMkLst>
        </pc:spChg>
        <pc:spChg chg="mod topLvl">
          <ac:chgData name="Danielius Sukys" userId="070ca283-c94c-4a21-a78f-907189c2ef21" providerId="ADAL" clId="{B51FA982-AE1D-5E4D-AF6A-227E8200175E}" dt="2025-11-12T17:21:18.759" v="2403" actId="165"/>
          <ac:spMkLst>
            <pc:docMk/>
            <pc:sldMk cId="1383520388" sldId="290"/>
            <ac:spMk id="24" creationId="{03398A8C-F4B9-1DC1-7F2F-9DAE02EA763B}"/>
          </ac:spMkLst>
        </pc:spChg>
        <pc:spChg chg="mod topLvl">
          <ac:chgData name="Danielius Sukys" userId="070ca283-c94c-4a21-a78f-907189c2ef21" providerId="ADAL" clId="{B51FA982-AE1D-5E4D-AF6A-227E8200175E}" dt="2025-11-12T17:21:38.562" v="2405" actId="165"/>
          <ac:spMkLst>
            <pc:docMk/>
            <pc:sldMk cId="1383520388" sldId="290"/>
            <ac:spMk id="25" creationId="{761AF4DD-C0F9-3C7C-8929-8D5C14A7AAC5}"/>
          </ac:spMkLst>
        </pc:spChg>
        <pc:grpChg chg="del mod topLvl">
          <ac:chgData name="Danielius Sukys" userId="070ca283-c94c-4a21-a78f-907189c2ef21" providerId="ADAL" clId="{B51FA982-AE1D-5E4D-AF6A-227E8200175E}" dt="2025-11-12T17:21:28.117" v="2404" actId="165"/>
          <ac:grpSpMkLst>
            <pc:docMk/>
            <pc:sldMk cId="1383520388" sldId="290"/>
            <ac:grpSpMk id="15" creationId="{CF8C650C-8B36-38A4-A736-690BB3F23CD3}"/>
          </ac:grpSpMkLst>
        </pc:grpChg>
        <pc:grpChg chg="del mod topLvl">
          <ac:chgData name="Danielius Sukys" userId="070ca283-c94c-4a21-a78f-907189c2ef21" providerId="ADAL" clId="{B51FA982-AE1D-5E4D-AF6A-227E8200175E}" dt="2025-11-12T17:21:45.377" v="2406" actId="165"/>
          <ac:grpSpMkLst>
            <pc:docMk/>
            <pc:sldMk cId="1383520388" sldId="290"/>
            <ac:grpSpMk id="16" creationId="{4FFD1A91-E678-E437-65ED-8F725F2A200A}"/>
          </ac:grpSpMkLst>
        </pc:grpChg>
        <pc:grpChg chg="del">
          <ac:chgData name="Danielius Sukys" userId="070ca283-c94c-4a21-a78f-907189c2ef21" providerId="ADAL" clId="{B51FA982-AE1D-5E4D-AF6A-227E8200175E}" dt="2025-11-12T17:21:18.759" v="2403" actId="165"/>
          <ac:grpSpMkLst>
            <pc:docMk/>
            <pc:sldMk cId="1383520388" sldId="290"/>
            <ac:grpSpMk id="26" creationId="{9436D0C9-4A79-78D9-7E0F-E5E99E62DDD0}"/>
          </ac:grpSpMkLst>
        </pc:grpChg>
        <pc:grpChg chg="del">
          <ac:chgData name="Danielius Sukys" userId="070ca283-c94c-4a21-a78f-907189c2ef21" providerId="ADAL" clId="{B51FA982-AE1D-5E4D-AF6A-227E8200175E}" dt="2025-11-12T17:21:38.562" v="2405" actId="165"/>
          <ac:grpSpMkLst>
            <pc:docMk/>
            <pc:sldMk cId="1383520388" sldId="290"/>
            <ac:grpSpMk id="27" creationId="{D1AD89DB-9C89-6597-7C46-EF0B1078FB3C}"/>
          </ac:grpSpMkLst>
        </pc:grpChg>
        <pc:cxnChg chg="mod topLvl">
          <ac:chgData name="Danielius Sukys" userId="070ca283-c94c-4a21-a78f-907189c2ef21" providerId="ADAL" clId="{B51FA982-AE1D-5E4D-AF6A-227E8200175E}" dt="2025-11-12T17:21:28.117" v="2404" actId="165"/>
          <ac:cxnSpMkLst>
            <pc:docMk/>
            <pc:sldMk cId="1383520388" sldId="290"/>
            <ac:cxnSpMk id="9" creationId="{053FA50E-4D5B-B495-6034-B969EC3DF1B8}"/>
          </ac:cxnSpMkLst>
        </pc:cxnChg>
        <pc:cxnChg chg="mod topLvl">
          <ac:chgData name="Danielius Sukys" userId="070ca283-c94c-4a21-a78f-907189c2ef21" providerId="ADAL" clId="{B51FA982-AE1D-5E4D-AF6A-227E8200175E}" dt="2025-11-12T17:21:28.117" v="2404" actId="165"/>
          <ac:cxnSpMkLst>
            <pc:docMk/>
            <pc:sldMk cId="1383520388" sldId="290"/>
            <ac:cxnSpMk id="11" creationId="{A2093651-8C4F-CFE7-2711-D7AD347475DD}"/>
          </ac:cxnSpMkLst>
        </pc:cxnChg>
        <pc:cxnChg chg="mod topLvl">
          <ac:chgData name="Danielius Sukys" userId="070ca283-c94c-4a21-a78f-907189c2ef21" providerId="ADAL" clId="{B51FA982-AE1D-5E4D-AF6A-227E8200175E}" dt="2025-11-12T17:21:45.377" v="2406" actId="165"/>
          <ac:cxnSpMkLst>
            <pc:docMk/>
            <pc:sldMk cId="1383520388" sldId="290"/>
            <ac:cxnSpMk id="20" creationId="{123BF08D-BCE9-057B-8801-912CD273E100}"/>
          </ac:cxnSpMkLst>
        </pc:cxnChg>
        <pc:cxnChg chg="mod topLvl">
          <ac:chgData name="Danielius Sukys" userId="070ca283-c94c-4a21-a78f-907189c2ef21" providerId="ADAL" clId="{B51FA982-AE1D-5E4D-AF6A-227E8200175E}" dt="2025-11-12T17:21:45.377" v="2406" actId="165"/>
          <ac:cxnSpMkLst>
            <pc:docMk/>
            <pc:sldMk cId="1383520388" sldId="290"/>
            <ac:cxnSpMk id="21" creationId="{FAF8ADA5-049E-713B-54FD-2773C6EA9A34}"/>
          </ac:cxnSpMkLst>
        </pc:cxnChg>
      </pc:sldChg>
      <pc:sldChg chg="addSp modSp mod modAnim">
        <pc:chgData name="Danielius Sukys" userId="070ca283-c94c-4a21-a78f-907189c2ef21" providerId="ADAL" clId="{B51FA982-AE1D-5E4D-AF6A-227E8200175E}" dt="2025-11-12T20:44:04.646" v="2841"/>
        <pc:sldMkLst>
          <pc:docMk/>
          <pc:sldMk cId="1876922803" sldId="291"/>
        </pc:sldMkLst>
        <pc:spChg chg="add mod">
          <ac:chgData name="Danielius Sukys" userId="070ca283-c94c-4a21-a78f-907189c2ef21" providerId="ADAL" clId="{B51FA982-AE1D-5E4D-AF6A-227E8200175E}" dt="2025-11-12T10:03:40.427" v="1948" actId="1076"/>
          <ac:spMkLst>
            <pc:docMk/>
            <pc:sldMk cId="1876922803" sldId="291"/>
            <ac:spMk id="4" creationId="{B82DC532-8A6F-FDB8-0C0F-0C41E0F3C373}"/>
          </ac:spMkLst>
        </pc:spChg>
        <pc:spChg chg="add mod">
          <ac:chgData name="Danielius Sukys" userId="070ca283-c94c-4a21-a78f-907189c2ef21" providerId="ADAL" clId="{B51FA982-AE1D-5E4D-AF6A-227E8200175E}" dt="2025-11-12T10:06:35.505" v="2039" actId="1076"/>
          <ac:spMkLst>
            <pc:docMk/>
            <pc:sldMk cId="1876922803" sldId="291"/>
            <ac:spMk id="15" creationId="{921DBFAC-0BB3-CD1F-E898-CA2B918599DC}"/>
          </ac:spMkLst>
        </pc:spChg>
        <pc:cxnChg chg="add mod">
          <ac:chgData name="Danielius Sukys" userId="070ca283-c94c-4a21-a78f-907189c2ef21" providerId="ADAL" clId="{B51FA982-AE1D-5E4D-AF6A-227E8200175E}" dt="2025-11-12T10:03:40.427" v="1948" actId="1076"/>
          <ac:cxnSpMkLst>
            <pc:docMk/>
            <pc:sldMk cId="1876922803" sldId="291"/>
            <ac:cxnSpMk id="9" creationId="{DEF14F75-C6B8-8225-9C8D-C366C30DA955}"/>
          </ac:cxnSpMkLst>
        </pc:cxnChg>
        <pc:cxnChg chg="mod">
          <ac:chgData name="Danielius Sukys" userId="070ca283-c94c-4a21-a78f-907189c2ef21" providerId="ADAL" clId="{B51FA982-AE1D-5E4D-AF6A-227E8200175E}" dt="2025-11-12T10:02:39.029" v="1941" actId="14100"/>
          <ac:cxnSpMkLst>
            <pc:docMk/>
            <pc:sldMk cId="1876922803" sldId="291"/>
            <ac:cxnSpMk id="22" creationId="{1CCF8B96-4572-0A3B-38B9-3FB898AD0976}"/>
          </ac:cxnSpMkLst>
        </pc:cxnChg>
      </pc:sldChg>
      <pc:sldChg chg="modSp mod">
        <pc:chgData name="Danielius Sukys" userId="070ca283-c94c-4a21-a78f-907189c2ef21" providerId="ADAL" clId="{B51FA982-AE1D-5E4D-AF6A-227E8200175E}" dt="2025-11-12T13:55:57.476" v="2231" actId="20577"/>
        <pc:sldMkLst>
          <pc:docMk/>
          <pc:sldMk cId="3731931798" sldId="292"/>
        </pc:sldMkLst>
        <pc:spChg chg="mod">
          <ac:chgData name="Danielius Sukys" userId="070ca283-c94c-4a21-a78f-907189c2ef21" providerId="ADAL" clId="{B51FA982-AE1D-5E4D-AF6A-227E8200175E}" dt="2025-11-12T13:55:57.476" v="2231" actId="20577"/>
          <ac:spMkLst>
            <pc:docMk/>
            <pc:sldMk cId="3731931798" sldId="292"/>
            <ac:spMk id="3" creationId="{5B2836E8-74BA-0927-0953-A6073E86ADA7}"/>
          </ac:spMkLst>
        </pc:spChg>
      </pc:sldChg>
      <pc:sldChg chg="addSp modSp mod">
        <pc:chgData name="Danielius Sukys" userId="070ca283-c94c-4a21-a78f-907189c2ef21" providerId="ADAL" clId="{B51FA982-AE1D-5E4D-AF6A-227E8200175E}" dt="2025-11-12T10:11:19.829" v="2075" actId="1076"/>
        <pc:sldMkLst>
          <pc:docMk/>
          <pc:sldMk cId="2408224424" sldId="293"/>
        </pc:sldMkLst>
        <pc:spChg chg="mod">
          <ac:chgData name="Danielius Sukys" userId="070ca283-c94c-4a21-a78f-907189c2ef21" providerId="ADAL" clId="{B51FA982-AE1D-5E4D-AF6A-227E8200175E}" dt="2025-11-12T10:09:54.886" v="2073" actId="14"/>
          <ac:spMkLst>
            <pc:docMk/>
            <pc:sldMk cId="2408224424" sldId="293"/>
            <ac:spMk id="3" creationId="{43B08DBB-DF97-6B1D-ECC1-14B3E7731BE8}"/>
          </ac:spMkLst>
        </pc:spChg>
        <pc:picChg chg="add mod">
          <ac:chgData name="Danielius Sukys" userId="070ca283-c94c-4a21-a78f-907189c2ef21" providerId="ADAL" clId="{B51FA982-AE1D-5E4D-AF6A-227E8200175E}" dt="2025-11-12T10:11:19.829" v="2075" actId="1076"/>
          <ac:picMkLst>
            <pc:docMk/>
            <pc:sldMk cId="2408224424" sldId="293"/>
            <ac:picMk id="4" creationId="{0E9B4682-CA19-E828-1FC9-99888D5B6F07}"/>
          </ac:picMkLst>
        </pc:picChg>
      </pc:sldChg>
      <pc:sldChg chg="modSp mod">
        <pc:chgData name="Danielius Sukys" userId="070ca283-c94c-4a21-a78f-907189c2ef21" providerId="ADAL" clId="{B51FA982-AE1D-5E4D-AF6A-227E8200175E}" dt="2025-11-12T17:24:28.671" v="2459" actId="20577"/>
        <pc:sldMkLst>
          <pc:docMk/>
          <pc:sldMk cId="2047576673" sldId="294"/>
        </pc:sldMkLst>
        <pc:spChg chg="mod">
          <ac:chgData name="Danielius Sukys" userId="070ca283-c94c-4a21-a78f-907189c2ef21" providerId="ADAL" clId="{B51FA982-AE1D-5E4D-AF6A-227E8200175E}" dt="2025-11-12T17:24:28.671" v="2459" actId="20577"/>
          <ac:spMkLst>
            <pc:docMk/>
            <pc:sldMk cId="2047576673" sldId="294"/>
            <ac:spMk id="3" creationId="{1F4026F8-21E4-6A26-9596-DD98761E4B4D}"/>
          </ac:spMkLst>
        </pc:spChg>
      </pc:sldChg>
      <pc:sldChg chg="del">
        <pc:chgData name="Danielius Sukys" userId="070ca283-c94c-4a21-a78f-907189c2ef21" providerId="ADAL" clId="{B51FA982-AE1D-5E4D-AF6A-227E8200175E}" dt="2025-11-12T09:47:47.678" v="1334" actId="2696"/>
        <pc:sldMkLst>
          <pc:docMk/>
          <pc:sldMk cId="2890536808" sldId="295"/>
        </pc:sldMkLst>
      </pc:sldChg>
      <pc:sldChg chg="del">
        <pc:chgData name="Danielius Sukys" userId="070ca283-c94c-4a21-a78f-907189c2ef21" providerId="ADAL" clId="{B51FA982-AE1D-5E4D-AF6A-227E8200175E}" dt="2025-11-12T10:14:47.922" v="2078" actId="2696"/>
        <pc:sldMkLst>
          <pc:docMk/>
          <pc:sldMk cId="3069639343" sldId="298"/>
        </pc:sldMkLst>
      </pc:sldChg>
      <pc:sldChg chg="del">
        <pc:chgData name="Danielius Sukys" userId="070ca283-c94c-4a21-a78f-907189c2ef21" providerId="ADAL" clId="{B51FA982-AE1D-5E4D-AF6A-227E8200175E}" dt="2025-11-12T10:14:50.938" v="2079" actId="2696"/>
        <pc:sldMkLst>
          <pc:docMk/>
          <pc:sldMk cId="1121863539" sldId="299"/>
        </pc:sldMkLst>
      </pc:sldChg>
      <pc:sldChg chg="del">
        <pc:chgData name="Danielius Sukys" userId="070ca283-c94c-4a21-a78f-907189c2ef21" providerId="ADAL" clId="{B51FA982-AE1D-5E4D-AF6A-227E8200175E}" dt="2025-11-12T10:14:53.444" v="2080" actId="2696"/>
        <pc:sldMkLst>
          <pc:docMk/>
          <pc:sldMk cId="4117305868" sldId="300"/>
        </pc:sldMkLst>
      </pc:sldChg>
      <pc:sldChg chg="del">
        <pc:chgData name="Danielius Sukys" userId="070ca283-c94c-4a21-a78f-907189c2ef21" providerId="ADAL" clId="{B51FA982-AE1D-5E4D-AF6A-227E8200175E}" dt="2025-11-12T10:14:55.537" v="2081" actId="2696"/>
        <pc:sldMkLst>
          <pc:docMk/>
          <pc:sldMk cId="87505033" sldId="301"/>
        </pc:sldMkLst>
      </pc:sldChg>
      <pc:sldChg chg="addSp delSp modSp mod modAnim">
        <pc:chgData name="Danielius Sukys" userId="070ca283-c94c-4a21-a78f-907189c2ef21" providerId="ADAL" clId="{B51FA982-AE1D-5E4D-AF6A-227E8200175E}" dt="2025-11-13T09:30:35.564" v="2853" actId="1076"/>
        <pc:sldMkLst>
          <pc:docMk/>
          <pc:sldMk cId="2714493566" sldId="303"/>
        </pc:sldMkLst>
        <pc:picChg chg="add mod">
          <ac:chgData name="Danielius Sukys" userId="070ca283-c94c-4a21-a78f-907189c2ef21" providerId="ADAL" clId="{B51FA982-AE1D-5E4D-AF6A-227E8200175E}" dt="2025-11-13T09:30:35.564" v="2853" actId="1076"/>
          <ac:picMkLst>
            <pc:docMk/>
            <pc:sldMk cId="2714493566" sldId="303"/>
            <ac:picMk id="2" creationId="{58F0D840-5CEE-EC95-9E7F-858BA4CE1312}"/>
          </ac:picMkLst>
        </pc:picChg>
        <pc:picChg chg="del mod">
          <ac:chgData name="Danielius Sukys" userId="070ca283-c94c-4a21-a78f-907189c2ef21" providerId="ADAL" clId="{B51FA982-AE1D-5E4D-AF6A-227E8200175E}" dt="2025-11-13T09:30:22.274" v="2849" actId="478"/>
          <ac:picMkLst>
            <pc:docMk/>
            <pc:sldMk cId="2714493566" sldId="303"/>
            <ac:picMk id="3" creationId="{DBFA3A55-B0F5-0AE0-0AA4-62B8F2C466F9}"/>
          </ac:picMkLst>
        </pc:picChg>
      </pc:sldChg>
      <pc:sldChg chg="modSp mod">
        <pc:chgData name="Danielius Sukys" userId="070ca283-c94c-4a21-a78f-907189c2ef21" providerId="ADAL" clId="{B51FA982-AE1D-5E4D-AF6A-227E8200175E}" dt="2025-11-12T10:14:33.143" v="2077" actId="1036"/>
        <pc:sldMkLst>
          <pc:docMk/>
          <pc:sldMk cId="3244097692" sldId="305"/>
        </pc:sldMkLst>
        <pc:picChg chg="mod">
          <ac:chgData name="Danielius Sukys" userId="070ca283-c94c-4a21-a78f-907189c2ef21" providerId="ADAL" clId="{B51FA982-AE1D-5E4D-AF6A-227E8200175E}" dt="2025-11-12T10:14:33.143" v="2077" actId="1036"/>
          <ac:picMkLst>
            <pc:docMk/>
            <pc:sldMk cId="3244097692" sldId="305"/>
            <ac:picMk id="2" creationId="{2DE3337C-37DC-3727-7FBB-0D9056F7EF5C}"/>
          </ac:picMkLst>
        </pc:picChg>
      </pc:sldChg>
      <pc:sldChg chg="modSp mod">
        <pc:chgData name="Danielius Sukys" userId="070ca283-c94c-4a21-a78f-907189c2ef21" providerId="ADAL" clId="{B51FA982-AE1D-5E4D-AF6A-227E8200175E}" dt="2025-11-12T17:11:08.983" v="2305" actId="20577"/>
        <pc:sldMkLst>
          <pc:docMk/>
          <pc:sldMk cId="1482391530" sldId="307"/>
        </pc:sldMkLst>
        <pc:spChg chg="mod">
          <ac:chgData name="Danielius Sukys" userId="070ca283-c94c-4a21-a78f-907189c2ef21" providerId="ADAL" clId="{B51FA982-AE1D-5E4D-AF6A-227E8200175E}" dt="2025-11-12T17:11:08.983" v="2305" actId="20577"/>
          <ac:spMkLst>
            <pc:docMk/>
            <pc:sldMk cId="1482391530" sldId="307"/>
            <ac:spMk id="3" creationId="{19D36E05-7777-3EC1-73B8-2105DF2319D3}"/>
          </ac:spMkLst>
        </pc:spChg>
        <pc:cxnChg chg="mod">
          <ac:chgData name="Danielius Sukys" userId="070ca283-c94c-4a21-a78f-907189c2ef21" providerId="ADAL" clId="{B51FA982-AE1D-5E4D-AF6A-227E8200175E}" dt="2025-11-12T17:11:02.681" v="2303" actId="14100"/>
          <ac:cxnSpMkLst>
            <pc:docMk/>
            <pc:sldMk cId="1482391530" sldId="307"/>
            <ac:cxnSpMk id="7" creationId="{FB960927-519C-43E4-246F-7B20FF47E70B}"/>
          </ac:cxnSpMkLst>
        </pc:cxnChg>
      </pc:sldChg>
      <pc:sldChg chg="modSp mod modAnim">
        <pc:chgData name="Danielius Sukys" userId="070ca283-c94c-4a21-a78f-907189c2ef21" providerId="ADAL" clId="{B51FA982-AE1D-5E4D-AF6A-227E8200175E}" dt="2025-11-12T17:13:12.091" v="2314"/>
        <pc:sldMkLst>
          <pc:docMk/>
          <pc:sldMk cId="1153349640" sldId="308"/>
        </pc:sldMkLst>
        <pc:spChg chg="mod">
          <ac:chgData name="Danielius Sukys" userId="070ca283-c94c-4a21-a78f-907189c2ef21" providerId="ADAL" clId="{B51FA982-AE1D-5E4D-AF6A-227E8200175E}" dt="2025-11-12T17:12:55.773" v="2312" actId="20577"/>
          <ac:spMkLst>
            <pc:docMk/>
            <pc:sldMk cId="1153349640" sldId="308"/>
            <ac:spMk id="38" creationId="{6B2EA349-7E1C-7577-1DE5-B4A1AC8ABEE9}"/>
          </ac:spMkLst>
        </pc:spChg>
      </pc:sldChg>
      <pc:sldChg chg="modAnim">
        <pc:chgData name="Danielius Sukys" userId="070ca283-c94c-4a21-a78f-907189c2ef21" providerId="ADAL" clId="{B51FA982-AE1D-5E4D-AF6A-227E8200175E}" dt="2025-11-12T17:13:17.196" v="2315"/>
        <pc:sldMkLst>
          <pc:docMk/>
          <pc:sldMk cId="1732616640" sldId="309"/>
        </pc:sldMkLst>
      </pc:sldChg>
      <pc:sldChg chg="modSp mod ord modAnim">
        <pc:chgData name="Danielius Sukys" userId="070ca283-c94c-4a21-a78f-907189c2ef21" providerId="ADAL" clId="{B51FA982-AE1D-5E4D-AF6A-227E8200175E}" dt="2025-11-12T13:45:46.292" v="2221"/>
        <pc:sldMkLst>
          <pc:docMk/>
          <pc:sldMk cId="15841877" sldId="310"/>
        </pc:sldMkLst>
        <pc:spChg chg="mod">
          <ac:chgData name="Danielius Sukys" userId="070ca283-c94c-4a21-a78f-907189c2ef21" providerId="ADAL" clId="{B51FA982-AE1D-5E4D-AF6A-227E8200175E}" dt="2025-11-12T09:46:06.009" v="1333" actId="20577"/>
          <ac:spMkLst>
            <pc:docMk/>
            <pc:sldMk cId="15841877" sldId="310"/>
            <ac:spMk id="4" creationId="{9E848DF7-F77A-2606-3F80-A7F20D35F350}"/>
          </ac:spMkLst>
        </pc:spChg>
      </pc:sldChg>
      <pc:sldChg chg="modSp mod modAnim">
        <pc:chgData name="Danielius Sukys" userId="070ca283-c94c-4a21-a78f-907189c2ef21" providerId="ADAL" clId="{B51FA982-AE1D-5E4D-AF6A-227E8200175E}" dt="2025-11-12T18:07:31.307" v="2469"/>
        <pc:sldMkLst>
          <pc:docMk/>
          <pc:sldMk cId="1424729316" sldId="312"/>
        </pc:sldMkLst>
        <pc:spChg chg="mod">
          <ac:chgData name="Danielius Sukys" userId="070ca283-c94c-4a21-a78f-907189c2ef21" providerId="ADAL" clId="{B51FA982-AE1D-5E4D-AF6A-227E8200175E}" dt="2025-11-12T13:57:44.532" v="2296" actId="20577"/>
          <ac:spMkLst>
            <pc:docMk/>
            <pc:sldMk cId="1424729316" sldId="312"/>
            <ac:spMk id="2" creationId="{E0DF4473-3BFA-EF5A-2986-7EA51F9D70B7}"/>
          </ac:spMkLst>
        </pc:spChg>
        <pc:spChg chg="mod">
          <ac:chgData name="Danielius Sukys" userId="070ca283-c94c-4a21-a78f-907189c2ef21" providerId="ADAL" clId="{B51FA982-AE1D-5E4D-AF6A-227E8200175E}" dt="2025-11-12T13:58:01.992" v="2297" actId="20577"/>
          <ac:spMkLst>
            <pc:docMk/>
            <pc:sldMk cId="1424729316" sldId="312"/>
            <ac:spMk id="3" creationId="{7AC4561B-1728-2B70-4606-637B38F7C64C}"/>
          </ac:spMkLst>
        </pc:spChg>
      </pc:sldChg>
      <pc:sldChg chg="del">
        <pc:chgData name="Danielius Sukys" userId="070ca283-c94c-4a21-a78f-907189c2ef21" providerId="ADAL" clId="{B51FA982-AE1D-5E4D-AF6A-227E8200175E}" dt="2025-11-12T10:39:31.304" v="2217" actId="2696"/>
        <pc:sldMkLst>
          <pc:docMk/>
          <pc:sldMk cId="1280483640" sldId="313"/>
        </pc:sldMkLst>
      </pc:sldChg>
      <pc:sldChg chg="del">
        <pc:chgData name="Danielius Sukys" userId="070ca283-c94c-4a21-a78f-907189c2ef21" providerId="ADAL" clId="{B51FA982-AE1D-5E4D-AF6A-227E8200175E}" dt="2025-11-12T10:31:45.757" v="2175" actId="2696"/>
        <pc:sldMkLst>
          <pc:docMk/>
          <pc:sldMk cId="3093780555" sldId="314"/>
        </pc:sldMkLst>
      </pc:sldChg>
      <pc:sldChg chg="add del">
        <pc:chgData name="Danielius Sukys" userId="070ca283-c94c-4a21-a78f-907189c2ef21" providerId="ADAL" clId="{B51FA982-AE1D-5E4D-AF6A-227E8200175E}" dt="2025-11-12T10:39:30.017" v="2216" actId="2696"/>
        <pc:sldMkLst>
          <pc:docMk/>
          <pc:sldMk cId="3465838119" sldId="314"/>
        </pc:sldMkLst>
      </pc:sldChg>
      <pc:sldChg chg="modSp new mod modAnim">
        <pc:chgData name="Danielius Sukys" userId="070ca283-c94c-4a21-a78f-907189c2ef21" providerId="ADAL" clId="{B51FA982-AE1D-5E4D-AF6A-227E8200175E}" dt="2025-11-12T17:14:00.153" v="2324"/>
        <pc:sldMkLst>
          <pc:docMk/>
          <pc:sldMk cId="1288094898" sldId="315"/>
        </pc:sldMkLst>
        <pc:spChg chg="mod">
          <ac:chgData name="Danielius Sukys" userId="070ca283-c94c-4a21-a78f-907189c2ef21" providerId="ADAL" clId="{B51FA982-AE1D-5E4D-AF6A-227E8200175E}" dt="2025-11-12T09:35:13.725" v="316" actId="20577"/>
          <ac:spMkLst>
            <pc:docMk/>
            <pc:sldMk cId="1288094898" sldId="315"/>
            <ac:spMk id="2" creationId="{237F7561-6DF0-42E7-76F6-CE4D5B6DCBD1}"/>
          </ac:spMkLst>
        </pc:spChg>
        <pc:spChg chg="mod">
          <ac:chgData name="Danielius Sukys" userId="070ca283-c94c-4a21-a78f-907189c2ef21" providerId="ADAL" clId="{B51FA982-AE1D-5E4D-AF6A-227E8200175E}" dt="2025-11-12T09:45:17.730" v="1250" actId="20577"/>
          <ac:spMkLst>
            <pc:docMk/>
            <pc:sldMk cId="1288094898" sldId="315"/>
            <ac:spMk id="3" creationId="{E9AE4BF9-E397-3402-13E0-B683917CEECF}"/>
          </ac:spMkLst>
        </pc:spChg>
      </pc:sldChg>
      <pc:sldChg chg="modSp new mod modAnim">
        <pc:chgData name="Danielius Sukys" userId="070ca283-c94c-4a21-a78f-907189c2ef21" providerId="ADAL" clId="{B51FA982-AE1D-5E4D-AF6A-227E8200175E}" dt="2025-11-12T17:14:57.052" v="2331"/>
        <pc:sldMkLst>
          <pc:docMk/>
          <pc:sldMk cId="3992204710" sldId="316"/>
        </pc:sldMkLst>
        <pc:spChg chg="mod">
          <ac:chgData name="Danielius Sukys" userId="070ca283-c94c-4a21-a78f-907189c2ef21" providerId="ADAL" clId="{B51FA982-AE1D-5E4D-AF6A-227E8200175E}" dt="2025-11-12T09:37:50.555" v="550" actId="20577"/>
          <ac:spMkLst>
            <pc:docMk/>
            <pc:sldMk cId="3992204710" sldId="316"/>
            <ac:spMk id="2" creationId="{1FA12FC7-200E-D26C-F9FB-A9A983A57778}"/>
          </ac:spMkLst>
        </pc:spChg>
        <pc:spChg chg="mod">
          <ac:chgData name="Danielius Sukys" userId="070ca283-c94c-4a21-a78f-907189c2ef21" providerId="ADAL" clId="{B51FA982-AE1D-5E4D-AF6A-227E8200175E}" dt="2025-11-12T17:14:53.292" v="2330" actId="20577"/>
          <ac:spMkLst>
            <pc:docMk/>
            <pc:sldMk cId="3992204710" sldId="316"/>
            <ac:spMk id="3" creationId="{CA9B1528-1C08-7559-A6BD-E4BE4502EF2F}"/>
          </ac:spMkLst>
        </pc:spChg>
      </pc:sldChg>
      <pc:sldChg chg="new del">
        <pc:chgData name="Danielius Sukys" userId="070ca283-c94c-4a21-a78f-907189c2ef21" providerId="ADAL" clId="{B51FA982-AE1D-5E4D-AF6A-227E8200175E}" dt="2025-11-12T10:25:46.362" v="2084" actId="2696"/>
        <pc:sldMkLst>
          <pc:docMk/>
          <pc:sldMk cId="4170253824" sldId="317"/>
        </pc:sldMkLst>
      </pc:sldChg>
      <pc:sldChg chg="addSp delSp modSp add mod">
        <pc:chgData name="Danielius Sukys" userId="070ca283-c94c-4a21-a78f-907189c2ef21" providerId="ADAL" clId="{B51FA982-AE1D-5E4D-AF6A-227E8200175E}" dt="2025-11-12T10:32:24.324" v="2214" actId="20577"/>
        <pc:sldMkLst>
          <pc:docMk/>
          <pc:sldMk cId="3860340494" sldId="318"/>
        </pc:sldMkLst>
        <pc:spChg chg="add mod">
          <ac:chgData name="Danielius Sukys" userId="070ca283-c94c-4a21-a78f-907189c2ef21" providerId="ADAL" clId="{B51FA982-AE1D-5E4D-AF6A-227E8200175E}" dt="2025-11-12T10:32:24.324" v="2214" actId="20577"/>
          <ac:spMkLst>
            <pc:docMk/>
            <pc:sldMk cId="3860340494" sldId="318"/>
            <ac:spMk id="4" creationId="{E6B795E1-D246-CE8C-9014-47F8E8345ACC}"/>
          </ac:spMkLst>
        </pc:spChg>
        <pc:spChg chg="del">
          <ac:chgData name="Danielius Sukys" userId="070ca283-c94c-4a21-a78f-907189c2ef21" providerId="ADAL" clId="{B51FA982-AE1D-5E4D-AF6A-227E8200175E}" dt="2025-11-12T10:25:53.486" v="2085" actId="478"/>
          <ac:spMkLst>
            <pc:docMk/>
            <pc:sldMk cId="3860340494" sldId="318"/>
            <ac:spMk id="13" creationId="{BFA1A3B1-E21C-9CC8-DE19-AD1DA742746B}"/>
          </ac:spMkLst>
        </pc:spChg>
        <pc:picChg chg="mod">
          <ac:chgData name="Danielius Sukys" userId="070ca283-c94c-4a21-a78f-907189c2ef21" providerId="ADAL" clId="{B51FA982-AE1D-5E4D-AF6A-227E8200175E}" dt="2025-11-12T10:29:55.342" v="2136" actId="14826"/>
          <ac:picMkLst>
            <pc:docMk/>
            <pc:sldMk cId="3860340494" sldId="318"/>
            <ac:picMk id="7" creationId="{E57AD725-B3F9-2386-FB21-BFB3B3184ADC}"/>
          </ac:picMkLst>
        </pc:picChg>
        <pc:cxnChg chg="mod">
          <ac:chgData name="Danielius Sukys" userId="070ca283-c94c-4a21-a78f-907189c2ef21" providerId="ADAL" clId="{B51FA982-AE1D-5E4D-AF6A-227E8200175E}" dt="2025-11-12T10:30:01.674" v="2138" actId="14100"/>
          <ac:cxnSpMkLst>
            <pc:docMk/>
            <pc:sldMk cId="3860340494" sldId="318"/>
            <ac:cxnSpMk id="3" creationId="{53930267-3BFE-4E12-EAAB-CC7794F79157}"/>
          </ac:cxnSpMkLst>
        </pc:cxnChg>
        <pc:cxnChg chg="mod">
          <ac:chgData name="Danielius Sukys" userId="070ca283-c94c-4a21-a78f-907189c2ef21" providerId="ADAL" clId="{B51FA982-AE1D-5E4D-AF6A-227E8200175E}" dt="2025-11-12T10:30:12.548" v="2141" actId="14100"/>
          <ac:cxnSpMkLst>
            <pc:docMk/>
            <pc:sldMk cId="3860340494" sldId="318"/>
            <ac:cxnSpMk id="5" creationId="{C8D24D3B-DBDE-C9F4-AE8F-CCC03177396F}"/>
          </ac:cxnSpMkLst>
        </pc:cxnChg>
        <pc:cxnChg chg="mod">
          <ac:chgData name="Danielius Sukys" userId="070ca283-c94c-4a21-a78f-907189c2ef21" providerId="ADAL" clId="{B51FA982-AE1D-5E4D-AF6A-227E8200175E}" dt="2025-11-12T10:30:08.562" v="2140" actId="14100"/>
          <ac:cxnSpMkLst>
            <pc:docMk/>
            <pc:sldMk cId="3860340494" sldId="318"/>
            <ac:cxnSpMk id="6" creationId="{5B25A99F-D3EF-D279-C29A-601C5B529E51}"/>
          </ac:cxnSpMkLst>
        </pc:cxnChg>
        <pc:cxnChg chg="mod">
          <ac:chgData name="Danielius Sukys" userId="070ca283-c94c-4a21-a78f-907189c2ef21" providerId="ADAL" clId="{B51FA982-AE1D-5E4D-AF6A-227E8200175E}" dt="2025-11-12T10:30:57.187" v="2174" actId="14100"/>
          <ac:cxnSpMkLst>
            <pc:docMk/>
            <pc:sldMk cId="3860340494" sldId="318"/>
            <ac:cxnSpMk id="8" creationId="{300346E3-9DB7-5038-F80B-7E748DD1CE5E}"/>
          </ac:cxnSpMkLst>
        </pc:cxnChg>
      </pc:sldChg>
      <pc:sldChg chg="addSp delSp modSp add mod">
        <pc:chgData name="Danielius Sukys" userId="070ca283-c94c-4a21-a78f-907189c2ef21" providerId="ADAL" clId="{B51FA982-AE1D-5E4D-AF6A-227E8200175E}" dt="2025-11-13T09:29:28.507" v="2848"/>
        <pc:sldMkLst>
          <pc:docMk/>
          <pc:sldMk cId="4078541786" sldId="319"/>
        </pc:sldMkLst>
        <pc:picChg chg="add mod">
          <ac:chgData name="Danielius Sukys" userId="070ca283-c94c-4a21-a78f-907189c2ef21" providerId="ADAL" clId="{B51FA982-AE1D-5E4D-AF6A-227E8200175E}" dt="2025-11-13T09:29:28.507" v="2848"/>
          <ac:picMkLst>
            <pc:docMk/>
            <pc:sldMk cId="4078541786" sldId="319"/>
            <ac:picMk id="2" creationId="{4058CAE7-F952-343E-0459-06D333A9E5EB}"/>
          </ac:picMkLst>
        </pc:picChg>
        <pc:picChg chg="del">
          <ac:chgData name="Danielius Sukys" userId="070ca283-c94c-4a21-a78f-907189c2ef21" providerId="ADAL" clId="{B51FA982-AE1D-5E4D-AF6A-227E8200175E}" dt="2025-11-13T09:29:27.290" v="2847" actId="478"/>
          <ac:picMkLst>
            <pc:docMk/>
            <pc:sldMk cId="4078541786" sldId="319"/>
            <ac:picMk id="3" creationId="{7224FC45-24AB-0AF3-F478-3BE9746C42DC}"/>
          </ac:picMkLst>
        </pc:picChg>
      </pc:sldChg>
      <pc:sldChg chg="addSp delSp modSp add del mod">
        <pc:chgData name="Danielius Sukys" userId="070ca283-c94c-4a21-a78f-907189c2ef21" providerId="ADAL" clId="{B51FA982-AE1D-5E4D-AF6A-227E8200175E}" dt="2025-11-13T09:45:31.549" v="2861" actId="2696"/>
        <pc:sldMkLst>
          <pc:docMk/>
          <pc:sldMk cId="436181429" sldId="320"/>
        </pc:sldMkLst>
        <pc:spChg chg="add mod">
          <ac:chgData name="Danielius Sukys" userId="070ca283-c94c-4a21-a78f-907189c2ef21" providerId="ADAL" clId="{B51FA982-AE1D-5E4D-AF6A-227E8200175E}" dt="2025-11-13T09:44:57.859" v="2857" actId="1076"/>
          <ac:spMkLst>
            <pc:docMk/>
            <pc:sldMk cId="436181429" sldId="320"/>
            <ac:spMk id="4" creationId="{080D6663-CCF9-09F2-8FAA-ED37690E9C6A}"/>
          </ac:spMkLst>
        </pc:spChg>
        <pc:spChg chg="del">
          <ac:chgData name="Danielius Sukys" userId="070ca283-c94c-4a21-a78f-907189c2ef21" providerId="ADAL" clId="{B51FA982-AE1D-5E4D-AF6A-227E8200175E}" dt="2025-11-13T09:44:53.914" v="2855" actId="478"/>
          <ac:spMkLst>
            <pc:docMk/>
            <pc:sldMk cId="436181429" sldId="320"/>
            <ac:spMk id="13" creationId="{4F484FE5-D10F-AF32-A31A-E5E12D7E94D3}"/>
          </ac:spMkLst>
        </pc:spChg>
      </pc:sldChg>
      <pc:sldChg chg="addSp delSp modSp add mod delAnim">
        <pc:chgData name="Danielius Sukys" userId="070ca283-c94c-4a21-a78f-907189c2ef21" providerId="ADAL" clId="{B51FA982-AE1D-5E4D-AF6A-227E8200175E}" dt="2025-11-13T09:45:25.883" v="2860"/>
        <pc:sldMkLst>
          <pc:docMk/>
          <pc:sldMk cId="1769053549" sldId="321"/>
        </pc:sldMkLst>
        <pc:spChg chg="add mod">
          <ac:chgData name="Danielius Sukys" userId="070ca283-c94c-4a21-a78f-907189c2ef21" providerId="ADAL" clId="{B51FA982-AE1D-5E4D-AF6A-227E8200175E}" dt="2025-11-13T09:45:25.883" v="2860"/>
          <ac:spMkLst>
            <pc:docMk/>
            <pc:sldMk cId="1769053549" sldId="321"/>
            <ac:spMk id="4" creationId="{0E055992-6F12-03E0-5197-E52CEB887ABA}"/>
          </ac:spMkLst>
        </pc:spChg>
        <pc:spChg chg="del">
          <ac:chgData name="Danielius Sukys" userId="070ca283-c94c-4a21-a78f-907189c2ef21" providerId="ADAL" clId="{B51FA982-AE1D-5E4D-AF6A-227E8200175E}" dt="2025-11-13T09:45:25.274" v="2859" actId="478"/>
          <ac:spMkLst>
            <pc:docMk/>
            <pc:sldMk cId="1769053549" sldId="321"/>
            <ac:spMk id="13" creationId="{61C2662C-2F66-4C98-3D49-F6C5B385AA6D}"/>
          </ac:spMkLst>
        </pc:spChg>
      </pc:sldChg>
    </pc:docChg>
  </pc:docChgLst>
  <pc:docChgLst>
    <pc:chgData name="Danielius Sukys" userId="070ca283-c94c-4a21-a78f-907189c2ef21" providerId="ADAL" clId="{4AE87F9D-70FF-5B4A-9125-74EDCCACAC71}"/>
    <pc:docChg chg="undo redo custSel addSld delSld modSld sldOrd">
      <pc:chgData name="Danielius Sukys" userId="070ca283-c94c-4a21-a78f-907189c2ef21" providerId="ADAL" clId="{4AE87F9D-70FF-5B4A-9125-74EDCCACAC71}" dt="2025-10-31T11:48:39.866" v="14111" actId="20577"/>
      <pc:docMkLst>
        <pc:docMk/>
      </pc:docMkLst>
      <pc:sldChg chg="addSp delSp modSp mod">
        <pc:chgData name="Danielius Sukys" userId="070ca283-c94c-4a21-a78f-907189c2ef21" providerId="ADAL" clId="{4AE87F9D-70FF-5B4A-9125-74EDCCACAC71}" dt="2025-10-29T09:27:08.774" v="11045" actId="14100"/>
        <pc:sldMkLst>
          <pc:docMk/>
          <pc:sldMk cId="1791472058" sldId="257"/>
        </pc:sldMkLst>
        <pc:spChg chg="add mod">
          <ac:chgData name="Danielius Sukys" userId="070ca283-c94c-4a21-a78f-907189c2ef21" providerId="ADAL" clId="{4AE87F9D-70FF-5B4A-9125-74EDCCACAC71}" dt="2025-10-29T09:24:38.463" v="10951" actId="1076"/>
          <ac:spMkLst>
            <pc:docMk/>
            <pc:sldMk cId="1791472058" sldId="257"/>
            <ac:spMk id="5" creationId="{4C83613E-3758-DFED-3AF5-9EFCCED34949}"/>
          </ac:spMkLst>
        </pc:spChg>
        <pc:spChg chg="add mod">
          <ac:chgData name="Danielius Sukys" userId="070ca283-c94c-4a21-a78f-907189c2ef21" providerId="ADAL" clId="{4AE87F9D-70FF-5B4A-9125-74EDCCACAC71}" dt="2025-10-29T09:25:27.543" v="11000" actId="1076"/>
          <ac:spMkLst>
            <pc:docMk/>
            <pc:sldMk cId="1791472058" sldId="257"/>
            <ac:spMk id="6" creationId="{985DED6A-D300-B732-6DED-4A98EE8AF573}"/>
          </ac:spMkLst>
        </pc:spChg>
        <pc:spChg chg="add mod">
          <ac:chgData name="Danielius Sukys" userId="070ca283-c94c-4a21-a78f-907189c2ef21" providerId="ADAL" clId="{4AE87F9D-70FF-5B4A-9125-74EDCCACAC71}" dt="2025-10-29T09:26:39.830" v="11029" actId="1076"/>
          <ac:spMkLst>
            <pc:docMk/>
            <pc:sldMk cId="1791472058" sldId="257"/>
            <ac:spMk id="9" creationId="{555CED1E-29E8-06B7-18FD-E752FD2B4D63}"/>
          </ac:spMkLst>
        </pc:spChg>
        <pc:spChg chg="add mod">
          <ac:chgData name="Danielius Sukys" userId="070ca283-c94c-4a21-a78f-907189c2ef21" providerId="ADAL" clId="{4AE87F9D-70FF-5B4A-9125-74EDCCACAC71}" dt="2025-10-29T09:26:58.954" v="11042" actId="20577"/>
          <ac:spMkLst>
            <pc:docMk/>
            <pc:sldMk cId="1791472058" sldId="257"/>
            <ac:spMk id="20" creationId="{7E8C0743-7CB5-E20F-27C1-C1792EA3FA88}"/>
          </ac:spMkLst>
        </pc:spChg>
        <pc:picChg chg="add mod">
          <ac:chgData name="Danielius Sukys" userId="070ca283-c94c-4a21-a78f-907189c2ef21" providerId="ADAL" clId="{4AE87F9D-70FF-5B4A-9125-74EDCCACAC71}" dt="2025-10-29T09:24:15.597" v="10948"/>
          <ac:picMkLst>
            <pc:docMk/>
            <pc:sldMk cId="1791472058" sldId="257"/>
            <ac:picMk id="4" creationId="{9D95E512-CED6-28FB-3B42-BCE551951D60}"/>
          </ac:picMkLst>
        </pc:picChg>
        <pc:cxnChg chg="add mod">
          <ac:chgData name="Danielius Sukys" userId="070ca283-c94c-4a21-a78f-907189c2ef21" providerId="ADAL" clId="{4AE87F9D-70FF-5B4A-9125-74EDCCACAC71}" dt="2025-10-29T09:25:39.443" v="11002" actId="692"/>
          <ac:cxnSpMkLst>
            <pc:docMk/>
            <pc:sldMk cId="1791472058" sldId="257"/>
            <ac:cxnSpMk id="8" creationId="{22C55476-55BB-44D3-090D-9F13CB2C8E33}"/>
          </ac:cxnSpMkLst>
        </pc:cxnChg>
        <pc:cxnChg chg="add mod">
          <ac:chgData name="Danielius Sukys" userId="070ca283-c94c-4a21-a78f-907189c2ef21" providerId="ADAL" clId="{4AE87F9D-70FF-5B4A-9125-74EDCCACAC71}" dt="2025-10-29T09:26:44.459" v="11031" actId="14100"/>
          <ac:cxnSpMkLst>
            <pc:docMk/>
            <pc:sldMk cId="1791472058" sldId="257"/>
            <ac:cxnSpMk id="10" creationId="{2CC1D8BD-46C5-AF95-6342-BB540CC31714}"/>
          </ac:cxnSpMkLst>
        </pc:cxnChg>
        <pc:cxnChg chg="add mod">
          <ac:chgData name="Danielius Sukys" userId="070ca283-c94c-4a21-a78f-907189c2ef21" providerId="ADAL" clId="{4AE87F9D-70FF-5B4A-9125-74EDCCACAC71}" dt="2025-10-29T09:26:42.429" v="11030" actId="14100"/>
          <ac:cxnSpMkLst>
            <pc:docMk/>
            <pc:sldMk cId="1791472058" sldId="257"/>
            <ac:cxnSpMk id="13" creationId="{9E3B209B-EFE4-6C13-A677-2EEDFAAA6CC9}"/>
          </ac:cxnSpMkLst>
        </pc:cxnChg>
        <pc:cxnChg chg="add mod">
          <ac:chgData name="Danielius Sukys" userId="070ca283-c94c-4a21-a78f-907189c2ef21" providerId="ADAL" clId="{4AE87F9D-70FF-5B4A-9125-74EDCCACAC71}" dt="2025-10-29T09:27:08.774" v="11045" actId="14100"/>
          <ac:cxnSpMkLst>
            <pc:docMk/>
            <pc:sldMk cId="1791472058" sldId="257"/>
            <ac:cxnSpMk id="21" creationId="{26294CC0-5B77-9CAB-E134-092E8F5753AF}"/>
          </ac:cxnSpMkLst>
        </pc:cxnChg>
      </pc:sldChg>
      <pc:sldChg chg="modSp mod">
        <pc:chgData name="Danielius Sukys" userId="070ca283-c94c-4a21-a78f-907189c2ef21" providerId="ADAL" clId="{4AE87F9D-70FF-5B4A-9125-74EDCCACAC71}" dt="2025-10-30T13:08:56.301" v="12574" actId="20577"/>
        <pc:sldMkLst>
          <pc:docMk/>
          <pc:sldMk cId="3593470063" sldId="258"/>
        </pc:sldMkLst>
        <pc:spChg chg="mod">
          <ac:chgData name="Danielius Sukys" userId="070ca283-c94c-4a21-a78f-907189c2ef21" providerId="ADAL" clId="{4AE87F9D-70FF-5B4A-9125-74EDCCACAC71}" dt="2025-10-30T13:08:56.301" v="12574" actId="20577"/>
          <ac:spMkLst>
            <pc:docMk/>
            <pc:sldMk cId="3593470063" sldId="258"/>
            <ac:spMk id="3" creationId="{C536FE13-FF66-8657-A878-35754C25B72B}"/>
          </ac:spMkLst>
        </pc:spChg>
      </pc:sldChg>
      <pc:sldChg chg="modSp mod">
        <pc:chgData name="Danielius Sukys" userId="070ca283-c94c-4a21-a78f-907189c2ef21" providerId="ADAL" clId="{4AE87F9D-70FF-5B4A-9125-74EDCCACAC71}" dt="2025-10-29T10:29:12.222" v="12115" actId="20577"/>
        <pc:sldMkLst>
          <pc:docMk/>
          <pc:sldMk cId="2725042918" sldId="259"/>
        </pc:sldMkLst>
      </pc:sldChg>
      <pc:sldChg chg="ord">
        <pc:chgData name="Danielius Sukys" userId="070ca283-c94c-4a21-a78f-907189c2ef21" providerId="ADAL" clId="{4AE87F9D-70FF-5B4A-9125-74EDCCACAC71}" dt="2025-10-20T12:49:04.085" v="307" actId="20578"/>
        <pc:sldMkLst>
          <pc:docMk/>
          <pc:sldMk cId="1737995484" sldId="260"/>
        </pc:sldMkLst>
      </pc:sldChg>
      <pc:sldChg chg="addSp delSp modSp mod">
        <pc:chgData name="Danielius Sukys" userId="070ca283-c94c-4a21-a78f-907189c2ef21" providerId="ADAL" clId="{4AE87F9D-70FF-5B4A-9125-74EDCCACAC71}" dt="2025-10-20T12:21:18.629" v="93" actId="1076"/>
        <pc:sldMkLst>
          <pc:docMk/>
          <pc:sldMk cId="3676801684" sldId="263"/>
        </pc:sldMkLst>
        <pc:spChg chg="mod">
          <ac:chgData name="Danielius Sukys" userId="070ca283-c94c-4a21-a78f-907189c2ef21" providerId="ADAL" clId="{4AE87F9D-70FF-5B4A-9125-74EDCCACAC71}" dt="2025-10-20T12:17:18.398" v="0"/>
          <ac:spMkLst>
            <pc:docMk/>
            <pc:sldMk cId="3676801684" sldId="263"/>
            <ac:spMk id="2" creationId="{CB3C2F6F-259E-5F39-C482-20B4B0754166}"/>
          </ac:spMkLst>
        </pc:spChg>
        <pc:spChg chg="add mod">
          <ac:chgData name="Danielius Sukys" userId="070ca283-c94c-4a21-a78f-907189c2ef21" providerId="ADAL" clId="{4AE87F9D-70FF-5B4A-9125-74EDCCACAC71}" dt="2025-10-20T12:21:14.971" v="92" actId="1076"/>
          <ac:spMkLst>
            <pc:docMk/>
            <pc:sldMk cId="3676801684" sldId="263"/>
            <ac:spMk id="5" creationId="{91635594-BACE-800C-3305-5DBD7F59C31C}"/>
          </ac:spMkLst>
        </pc:spChg>
        <pc:spChg chg="add mod">
          <ac:chgData name="Danielius Sukys" userId="070ca283-c94c-4a21-a78f-907189c2ef21" providerId="ADAL" clId="{4AE87F9D-70FF-5B4A-9125-74EDCCACAC71}" dt="2025-10-20T12:21:14.971" v="92" actId="1076"/>
          <ac:spMkLst>
            <pc:docMk/>
            <pc:sldMk cId="3676801684" sldId="263"/>
            <ac:spMk id="7" creationId="{6E1945CC-EADF-16B5-EFE9-81B7C72D2CB0}"/>
          </ac:spMkLst>
        </pc:spChg>
        <pc:spChg chg="add mod">
          <ac:chgData name="Danielius Sukys" userId="070ca283-c94c-4a21-a78f-907189c2ef21" providerId="ADAL" clId="{4AE87F9D-70FF-5B4A-9125-74EDCCACAC71}" dt="2025-10-20T12:21:14.971" v="92" actId="1076"/>
          <ac:spMkLst>
            <pc:docMk/>
            <pc:sldMk cId="3676801684" sldId="263"/>
            <ac:spMk id="8" creationId="{F587ECAB-1440-A936-DB92-A3E280B08A75}"/>
          </ac:spMkLst>
        </pc:spChg>
        <pc:spChg chg="add mod">
          <ac:chgData name="Danielius Sukys" userId="070ca283-c94c-4a21-a78f-907189c2ef21" providerId="ADAL" clId="{4AE87F9D-70FF-5B4A-9125-74EDCCACAC71}" dt="2025-10-20T12:21:18.629" v="93" actId="1076"/>
          <ac:spMkLst>
            <pc:docMk/>
            <pc:sldMk cId="3676801684" sldId="263"/>
            <ac:spMk id="9" creationId="{2061898B-A5FC-011D-FD1D-80E9FB088375}"/>
          </ac:spMkLst>
        </pc:spChg>
        <pc:picChg chg="add mod">
          <ac:chgData name="Danielius Sukys" userId="070ca283-c94c-4a21-a78f-907189c2ef21" providerId="ADAL" clId="{4AE87F9D-70FF-5B4A-9125-74EDCCACAC71}" dt="2025-10-20T12:19:48.580" v="37" actId="1076"/>
          <ac:picMkLst>
            <pc:docMk/>
            <pc:sldMk cId="3676801684" sldId="263"/>
            <ac:picMk id="4" creationId="{FBE40633-9CD9-8DC4-3BBC-76DF2A7245EE}"/>
          </ac:picMkLst>
        </pc:picChg>
      </pc:sldChg>
      <pc:sldChg chg="modSp new mod">
        <pc:chgData name="Danielius Sukys" userId="070ca283-c94c-4a21-a78f-907189c2ef21" providerId="ADAL" clId="{4AE87F9D-70FF-5B4A-9125-74EDCCACAC71}" dt="2025-10-20T12:39:57.031" v="122" actId="20577"/>
        <pc:sldMkLst>
          <pc:docMk/>
          <pc:sldMk cId="4258922102" sldId="264"/>
        </pc:sldMkLst>
        <pc:spChg chg="mod">
          <ac:chgData name="Danielius Sukys" userId="070ca283-c94c-4a21-a78f-907189c2ef21" providerId="ADAL" clId="{4AE87F9D-70FF-5B4A-9125-74EDCCACAC71}" dt="2025-10-20T12:39:57.031" v="122" actId="20577"/>
          <ac:spMkLst>
            <pc:docMk/>
            <pc:sldMk cId="4258922102" sldId="264"/>
            <ac:spMk id="2" creationId="{AFC1A53E-5065-BD64-662F-D0CFB2914639}"/>
          </ac:spMkLst>
        </pc:spChg>
      </pc:sldChg>
      <pc:sldChg chg="modSp new mod">
        <pc:chgData name="Danielius Sukys" userId="070ca283-c94c-4a21-a78f-907189c2ef21" providerId="ADAL" clId="{4AE87F9D-70FF-5B4A-9125-74EDCCACAC71}" dt="2025-10-20T12:40:22.623" v="166" actId="20577"/>
        <pc:sldMkLst>
          <pc:docMk/>
          <pc:sldMk cId="1487310251" sldId="265"/>
        </pc:sldMkLst>
        <pc:spChg chg="mod">
          <ac:chgData name="Danielius Sukys" userId="070ca283-c94c-4a21-a78f-907189c2ef21" providerId="ADAL" clId="{4AE87F9D-70FF-5B4A-9125-74EDCCACAC71}" dt="2025-10-20T12:40:22.623" v="166" actId="20577"/>
          <ac:spMkLst>
            <pc:docMk/>
            <pc:sldMk cId="1487310251" sldId="265"/>
            <ac:spMk id="2" creationId="{DE28D7CD-1627-E252-8F48-588054ADAEF5}"/>
          </ac:spMkLst>
        </pc:spChg>
      </pc:sldChg>
      <pc:sldChg chg="addSp delSp modSp new mod">
        <pc:chgData name="Danielius Sukys" userId="070ca283-c94c-4a21-a78f-907189c2ef21" providerId="ADAL" clId="{4AE87F9D-70FF-5B4A-9125-74EDCCACAC71}" dt="2025-10-20T12:54:24.027" v="504"/>
        <pc:sldMkLst>
          <pc:docMk/>
          <pc:sldMk cId="1384513109" sldId="266"/>
        </pc:sldMkLst>
        <pc:spChg chg="mod">
          <ac:chgData name="Danielius Sukys" userId="070ca283-c94c-4a21-a78f-907189c2ef21" providerId="ADAL" clId="{4AE87F9D-70FF-5B4A-9125-74EDCCACAC71}" dt="2025-10-20T12:49:10.695" v="311" actId="20577"/>
          <ac:spMkLst>
            <pc:docMk/>
            <pc:sldMk cId="1384513109" sldId="266"/>
            <ac:spMk id="2" creationId="{8E604816-E04F-266D-6EA8-1EC28FDD7E73}"/>
          </ac:spMkLst>
        </pc:spChg>
        <pc:spChg chg="add mod">
          <ac:chgData name="Danielius Sukys" userId="070ca283-c94c-4a21-a78f-907189c2ef21" providerId="ADAL" clId="{4AE87F9D-70FF-5B4A-9125-74EDCCACAC71}" dt="2025-10-20T12:51:15.873" v="413" actId="1076"/>
          <ac:spMkLst>
            <pc:docMk/>
            <pc:sldMk cId="1384513109" sldId="266"/>
            <ac:spMk id="5" creationId="{9338C51A-3302-657C-A617-BD978CA92EE6}"/>
          </ac:spMkLst>
        </pc:spChg>
        <pc:picChg chg="add mod">
          <ac:chgData name="Danielius Sukys" userId="070ca283-c94c-4a21-a78f-907189c2ef21" providerId="ADAL" clId="{4AE87F9D-70FF-5B4A-9125-74EDCCACAC71}" dt="2025-10-20T12:50:14.967" v="315" actId="1076"/>
          <ac:picMkLst>
            <pc:docMk/>
            <pc:sldMk cId="1384513109" sldId="266"/>
            <ac:picMk id="4" creationId="{51258BB6-5A0D-C658-8FC8-18C1674565C6}"/>
          </ac:picMkLst>
        </pc:picChg>
        <pc:cxnChg chg="add mod">
          <ac:chgData name="Danielius Sukys" userId="070ca283-c94c-4a21-a78f-907189c2ef21" providerId="ADAL" clId="{4AE87F9D-70FF-5B4A-9125-74EDCCACAC71}" dt="2025-10-20T12:52:20.086" v="416" actId="692"/>
          <ac:cxnSpMkLst>
            <pc:docMk/>
            <pc:sldMk cId="1384513109" sldId="266"/>
            <ac:cxnSpMk id="7" creationId="{2F536CAB-9D13-8F4C-49C8-5F7CF4473FC3}"/>
          </ac:cxnSpMkLst>
        </pc:cxnChg>
        <pc:cxnChg chg="add mod">
          <ac:chgData name="Danielius Sukys" userId="070ca283-c94c-4a21-a78f-907189c2ef21" providerId="ADAL" clId="{4AE87F9D-70FF-5B4A-9125-74EDCCACAC71}" dt="2025-10-20T12:54:11.297" v="501" actId="14100"/>
          <ac:cxnSpMkLst>
            <pc:docMk/>
            <pc:sldMk cId="1384513109" sldId="266"/>
            <ac:cxnSpMk id="9" creationId="{69BDFEC5-6DA2-CFCC-925C-C8A50BFCAAE3}"/>
          </ac:cxnSpMkLst>
        </pc:cxnChg>
      </pc:sldChg>
      <pc:sldChg chg="new del">
        <pc:chgData name="Danielius Sukys" userId="070ca283-c94c-4a21-a78f-907189c2ef21" providerId="ADAL" clId="{4AE87F9D-70FF-5B4A-9125-74EDCCACAC71}" dt="2025-10-20T12:40:41.414" v="168" actId="2696"/>
        <pc:sldMkLst>
          <pc:docMk/>
          <pc:sldMk cId="2284184643" sldId="266"/>
        </pc:sldMkLst>
      </pc:sldChg>
      <pc:sldChg chg="new del">
        <pc:chgData name="Danielius Sukys" userId="070ca283-c94c-4a21-a78f-907189c2ef21" providerId="ADAL" clId="{4AE87F9D-70FF-5B4A-9125-74EDCCACAC71}" dt="2025-10-20T12:45:30.268" v="172" actId="2696"/>
        <pc:sldMkLst>
          <pc:docMk/>
          <pc:sldMk cId="2833575210" sldId="266"/>
        </pc:sldMkLst>
      </pc:sldChg>
      <pc:sldChg chg="new del">
        <pc:chgData name="Danielius Sukys" userId="070ca283-c94c-4a21-a78f-907189c2ef21" providerId="ADAL" clId="{4AE87F9D-70FF-5B4A-9125-74EDCCACAC71}" dt="2025-10-20T12:42:22.788" v="170" actId="2696"/>
        <pc:sldMkLst>
          <pc:docMk/>
          <pc:sldMk cId="2900829326" sldId="266"/>
        </pc:sldMkLst>
      </pc:sldChg>
      <pc:sldChg chg="modSp new mod">
        <pc:chgData name="Danielius Sukys" userId="070ca283-c94c-4a21-a78f-907189c2ef21" providerId="ADAL" clId="{4AE87F9D-70FF-5B4A-9125-74EDCCACAC71}" dt="2025-10-20T13:38:05.320" v="1282" actId="20577"/>
        <pc:sldMkLst>
          <pc:docMk/>
          <pc:sldMk cId="3970966775" sldId="267"/>
        </pc:sldMkLst>
        <pc:spChg chg="mod">
          <ac:chgData name="Danielius Sukys" userId="070ca283-c94c-4a21-a78f-907189c2ef21" providerId="ADAL" clId="{4AE87F9D-70FF-5B4A-9125-74EDCCACAC71}" dt="2025-10-20T12:48:36.086" v="289" actId="20577"/>
          <ac:spMkLst>
            <pc:docMk/>
            <pc:sldMk cId="3970966775" sldId="267"/>
            <ac:spMk id="2" creationId="{0699C405-468C-36D7-C566-75433DEF79D4}"/>
          </ac:spMkLst>
        </pc:spChg>
        <pc:spChg chg="mod">
          <ac:chgData name="Danielius Sukys" userId="070ca283-c94c-4a21-a78f-907189c2ef21" providerId="ADAL" clId="{4AE87F9D-70FF-5B4A-9125-74EDCCACAC71}" dt="2025-10-20T13:38:05.320" v="1282" actId="20577"/>
          <ac:spMkLst>
            <pc:docMk/>
            <pc:sldMk cId="3970966775" sldId="267"/>
            <ac:spMk id="3" creationId="{1F06158A-DDF2-3BA7-A1D0-E0050A413C73}"/>
          </ac:spMkLst>
        </pc:spChg>
      </pc:sldChg>
      <pc:sldChg chg="addSp delSp modSp new mod">
        <pc:chgData name="Danielius Sukys" userId="070ca283-c94c-4a21-a78f-907189c2ef21" providerId="ADAL" clId="{4AE87F9D-70FF-5B4A-9125-74EDCCACAC71}" dt="2025-10-20T13:19:42.740" v="596" actId="1076"/>
        <pc:sldMkLst>
          <pc:docMk/>
          <pc:sldMk cId="1522837638" sldId="268"/>
        </pc:sldMkLst>
        <pc:spChg chg="mod">
          <ac:chgData name="Danielius Sukys" userId="070ca283-c94c-4a21-a78f-907189c2ef21" providerId="ADAL" clId="{4AE87F9D-70FF-5B4A-9125-74EDCCACAC71}" dt="2025-10-20T13:17:03.049" v="564" actId="20577"/>
          <ac:spMkLst>
            <pc:docMk/>
            <pc:sldMk cId="1522837638" sldId="268"/>
            <ac:spMk id="2" creationId="{EF8A822D-A941-6041-0F40-0B510C615A21}"/>
          </ac:spMkLst>
        </pc:spChg>
        <pc:spChg chg="add mod">
          <ac:chgData name="Danielius Sukys" userId="070ca283-c94c-4a21-a78f-907189c2ef21" providerId="ADAL" clId="{4AE87F9D-70FF-5B4A-9125-74EDCCACAC71}" dt="2025-10-20T13:19:42.740" v="596" actId="1076"/>
          <ac:spMkLst>
            <pc:docMk/>
            <pc:sldMk cId="1522837638" sldId="268"/>
            <ac:spMk id="4" creationId="{0500818B-5468-6F1D-FC82-86EB9FE3C65E}"/>
          </ac:spMkLst>
        </pc:spChg>
        <pc:picChg chg="add mod">
          <ac:chgData name="Danielius Sukys" userId="070ca283-c94c-4a21-a78f-907189c2ef21" providerId="ADAL" clId="{4AE87F9D-70FF-5B4A-9125-74EDCCACAC71}" dt="2025-10-20T13:19:13.954" v="565"/>
          <ac:picMkLst>
            <pc:docMk/>
            <pc:sldMk cId="1522837638" sldId="268"/>
            <ac:picMk id="1026" creationId="{249F77EC-4517-64AA-5FB7-CFD31B8D8CC3}"/>
          </ac:picMkLst>
        </pc:picChg>
      </pc:sldChg>
      <pc:sldChg chg="addSp delSp modSp add mod">
        <pc:chgData name="Danielius Sukys" userId="070ca283-c94c-4a21-a78f-907189c2ef21" providerId="ADAL" clId="{4AE87F9D-70FF-5B4A-9125-74EDCCACAC71}" dt="2025-10-20T13:33:45.691" v="1238" actId="20577"/>
        <pc:sldMkLst>
          <pc:docMk/>
          <pc:sldMk cId="529856443" sldId="269"/>
        </pc:sldMkLst>
        <pc:spChg chg="add mod">
          <ac:chgData name="Danielius Sukys" userId="070ca283-c94c-4a21-a78f-907189c2ef21" providerId="ADAL" clId="{4AE87F9D-70FF-5B4A-9125-74EDCCACAC71}" dt="2025-10-20T13:33:45.691" v="1238" actId="20577"/>
          <ac:spMkLst>
            <pc:docMk/>
            <pc:sldMk cId="529856443" sldId="269"/>
            <ac:spMk id="5" creationId="{1650CCEE-5FD0-EE1D-ADB4-2A9BCA499FEA}"/>
          </ac:spMkLst>
        </pc:spChg>
      </pc:sldChg>
      <pc:sldChg chg="addSp delSp modSp new mod">
        <pc:chgData name="Danielius Sukys" userId="070ca283-c94c-4a21-a78f-907189c2ef21" providerId="ADAL" clId="{4AE87F9D-70FF-5B4A-9125-74EDCCACAC71}" dt="2025-10-20T13:38:41.196" v="1283" actId="20577"/>
        <pc:sldMkLst>
          <pc:docMk/>
          <pc:sldMk cId="298584562" sldId="270"/>
        </pc:sldMkLst>
        <pc:spChg chg="mod">
          <ac:chgData name="Danielius Sukys" userId="070ca283-c94c-4a21-a78f-907189c2ef21" providerId="ADAL" clId="{4AE87F9D-70FF-5B4A-9125-74EDCCACAC71}" dt="2025-10-20T13:38:41.196" v="1283" actId="20577"/>
          <ac:spMkLst>
            <pc:docMk/>
            <pc:sldMk cId="298584562" sldId="270"/>
            <ac:spMk id="2" creationId="{3EA786EE-45F9-8EAB-9268-2208E554B38C}"/>
          </ac:spMkLst>
        </pc:spChg>
        <pc:picChg chg="add mod">
          <ac:chgData name="Danielius Sukys" userId="070ca283-c94c-4a21-a78f-907189c2ef21" providerId="ADAL" clId="{4AE87F9D-70FF-5B4A-9125-74EDCCACAC71}" dt="2025-10-20T13:37:40.089" v="1248"/>
          <ac:picMkLst>
            <pc:docMk/>
            <pc:sldMk cId="298584562" sldId="270"/>
            <ac:picMk id="7" creationId="{54C79400-E071-F755-E35D-222380D6261B}"/>
          </ac:picMkLst>
        </pc:picChg>
      </pc:sldChg>
      <pc:sldChg chg="addSp modSp add mod">
        <pc:chgData name="Danielius Sukys" userId="070ca283-c94c-4a21-a78f-907189c2ef21" providerId="ADAL" clId="{4AE87F9D-70FF-5B4A-9125-74EDCCACAC71}" dt="2025-10-20T13:43:35.610" v="1385" actId="122"/>
        <pc:sldMkLst>
          <pc:docMk/>
          <pc:sldMk cId="428823759" sldId="271"/>
        </pc:sldMkLst>
        <pc:spChg chg="add mod">
          <ac:chgData name="Danielius Sukys" userId="070ca283-c94c-4a21-a78f-907189c2ef21" providerId="ADAL" clId="{4AE87F9D-70FF-5B4A-9125-74EDCCACAC71}" dt="2025-10-20T13:42:10.152" v="1300" actId="692"/>
          <ac:spMkLst>
            <pc:docMk/>
            <pc:sldMk cId="428823759" sldId="271"/>
            <ac:spMk id="11" creationId="{7BA7568A-9AE7-C353-02F1-5789BB5A48B4}"/>
          </ac:spMkLst>
        </pc:spChg>
        <pc:spChg chg="add mod">
          <ac:chgData name="Danielius Sukys" userId="070ca283-c94c-4a21-a78f-907189c2ef21" providerId="ADAL" clId="{4AE87F9D-70FF-5B4A-9125-74EDCCACAC71}" dt="2025-10-20T13:42:57.472" v="1305" actId="1076"/>
          <ac:spMkLst>
            <pc:docMk/>
            <pc:sldMk cId="428823759" sldId="271"/>
            <ac:spMk id="12" creationId="{58C81330-F10D-A7C9-598E-FF7059780B33}"/>
          </ac:spMkLst>
        </pc:spChg>
        <pc:spChg chg="add mod">
          <ac:chgData name="Danielius Sukys" userId="070ca283-c94c-4a21-a78f-907189c2ef21" providerId="ADAL" clId="{4AE87F9D-70FF-5B4A-9125-74EDCCACAC71}" dt="2025-10-20T13:43:35.610" v="1385" actId="122"/>
          <ac:spMkLst>
            <pc:docMk/>
            <pc:sldMk cId="428823759" sldId="271"/>
            <ac:spMk id="13" creationId="{9FC910CE-FD9A-61D1-9018-B3023627C504}"/>
          </ac:spMkLst>
        </pc:spChg>
        <pc:cxnChg chg="add mod">
          <ac:chgData name="Danielius Sukys" userId="070ca283-c94c-4a21-a78f-907189c2ef21" providerId="ADAL" clId="{4AE87F9D-70FF-5B4A-9125-74EDCCACAC71}" dt="2025-10-20T13:39:27.903" v="1286" actId="692"/>
          <ac:cxnSpMkLst>
            <pc:docMk/>
            <pc:sldMk cId="428823759" sldId="271"/>
            <ac:cxnSpMk id="4" creationId="{22E43465-E486-8018-ED68-45CE055CBE54}"/>
          </ac:cxnSpMkLst>
        </pc:cxnChg>
        <pc:cxnChg chg="add mod">
          <ac:chgData name="Danielius Sukys" userId="070ca283-c94c-4a21-a78f-907189c2ef21" providerId="ADAL" clId="{4AE87F9D-70FF-5B4A-9125-74EDCCACAC71}" dt="2025-10-20T13:39:43.994" v="1289" actId="14100"/>
          <ac:cxnSpMkLst>
            <pc:docMk/>
            <pc:sldMk cId="428823759" sldId="271"/>
            <ac:cxnSpMk id="5" creationId="{4F82FBF0-0DCB-B165-1274-EE3CB14461C8}"/>
          </ac:cxnSpMkLst>
        </pc:cxnChg>
        <pc:cxnChg chg="add mod">
          <ac:chgData name="Danielius Sukys" userId="070ca283-c94c-4a21-a78f-907189c2ef21" providerId="ADAL" clId="{4AE87F9D-70FF-5B4A-9125-74EDCCACAC71}" dt="2025-10-20T13:39:56.457" v="1294" actId="14100"/>
          <ac:cxnSpMkLst>
            <pc:docMk/>
            <pc:sldMk cId="428823759" sldId="271"/>
            <ac:cxnSpMk id="8" creationId="{D2ACCA25-C193-A6E9-E091-BABB7DC4F610}"/>
          </ac:cxnSpMkLst>
        </pc:cxnChg>
      </pc:sldChg>
      <pc:sldChg chg="addSp delSp modSp add mod">
        <pc:chgData name="Danielius Sukys" userId="070ca283-c94c-4a21-a78f-907189c2ef21" providerId="ADAL" clId="{4AE87F9D-70FF-5B4A-9125-74EDCCACAC71}" dt="2025-10-20T13:45:58.884" v="1420" actId="20577"/>
        <pc:sldMkLst>
          <pc:docMk/>
          <pc:sldMk cId="2790719054" sldId="272"/>
        </pc:sldMkLst>
        <pc:spChg chg="add del mod">
          <ac:chgData name="Danielius Sukys" userId="070ca283-c94c-4a21-a78f-907189c2ef21" providerId="ADAL" clId="{4AE87F9D-70FF-5B4A-9125-74EDCCACAC71}" dt="2025-10-20T13:45:45.135" v="1411" actId="1076"/>
          <ac:spMkLst>
            <pc:docMk/>
            <pc:sldMk cId="2790719054" sldId="272"/>
            <ac:spMk id="12" creationId="{2B162147-9D7B-B767-F4D8-A29DF6B081D7}"/>
          </ac:spMkLst>
        </pc:spChg>
        <pc:spChg chg="mod">
          <ac:chgData name="Danielius Sukys" userId="070ca283-c94c-4a21-a78f-907189c2ef21" providerId="ADAL" clId="{4AE87F9D-70FF-5B4A-9125-74EDCCACAC71}" dt="2025-10-20T13:45:58.884" v="1420" actId="20577"/>
          <ac:spMkLst>
            <pc:docMk/>
            <pc:sldMk cId="2790719054" sldId="272"/>
            <ac:spMk id="13" creationId="{B31487F9-007F-B03E-7104-B896DC902986}"/>
          </ac:spMkLst>
        </pc:spChg>
        <pc:picChg chg="mod">
          <ac:chgData name="Danielius Sukys" userId="070ca283-c94c-4a21-a78f-907189c2ef21" providerId="ADAL" clId="{4AE87F9D-70FF-5B4A-9125-74EDCCACAC71}" dt="2025-10-20T13:45:40.063" v="1410" actId="1076"/>
          <ac:picMkLst>
            <pc:docMk/>
            <pc:sldMk cId="2790719054" sldId="272"/>
            <ac:picMk id="7" creationId="{C2FEB913-1865-0176-5953-A8C3F1A2043D}"/>
          </ac:picMkLst>
        </pc:picChg>
        <pc:cxnChg chg="mod">
          <ac:chgData name="Danielius Sukys" userId="070ca283-c94c-4a21-a78f-907189c2ef21" providerId="ADAL" clId="{4AE87F9D-70FF-5B4A-9125-74EDCCACAC71}" dt="2025-10-20T13:44:03.328" v="1389" actId="14100"/>
          <ac:cxnSpMkLst>
            <pc:docMk/>
            <pc:sldMk cId="2790719054" sldId="272"/>
            <ac:cxnSpMk id="4" creationId="{9E1D8387-D821-5247-FF16-C2AE52AFE73C}"/>
          </ac:cxnSpMkLst>
        </pc:cxnChg>
        <pc:cxnChg chg="mod">
          <ac:chgData name="Danielius Sukys" userId="070ca283-c94c-4a21-a78f-907189c2ef21" providerId="ADAL" clId="{4AE87F9D-70FF-5B4A-9125-74EDCCACAC71}" dt="2025-10-20T13:44:12.462" v="1392" actId="14100"/>
          <ac:cxnSpMkLst>
            <pc:docMk/>
            <pc:sldMk cId="2790719054" sldId="272"/>
            <ac:cxnSpMk id="5" creationId="{3713845D-90AC-C6AB-F86D-156CF310CFD9}"/>
          </ac:cxnSpMkLst>
        </pc:cxnChg>
        <pc:cxnChg chg="add mod">
          <ac:chgData name="Danielius Sukys" userId="070ca283-c94c-4a21-a78f-907189c2ef21" providerId="ADAL" clId="{4AE87F9D-70FF-5B4A-9125-74EDCCACAC71}" dt="2025-10-20T13:45:19.272" v="1404" actId="14100"/>
          <ac:cxnSpMkLst>
            <pc:docMk/>
            <pc:sldMk cId="2790719054" sldId="272"/>
            <ac:cxnSpMk id="15" creationId="{ED6D419B-5F00-609D-34B1-DF3B1BF926BD}"/>
          </ac:cxnSpMkLst>
        </pc:cxnChg>
        <pc:cxnChg chg="add mod">
          <ac:chgData name="Danielius Sukys" userId="070ca283-c94c-4a21-a78f-907189c2ef21" providerId="ADAL" clId="{4AE87F9D-70FF-5B4A-9125-74EDCCACAC71}" dt="2025-10-20T13:45:28.736" v="1407" actId="14100"/>
          <ac:cxnSpMkLst>
            <pc:docMk/>
            <pc:sldMk cId="2790719054" sldId="272"/>
            <ac:cxnSpMk id="18" creationId="{8080D484-3894-6E8B-FA98-3F3F7B2F1298}"/>
          </ac:cxnSpMkLst>
        </pc:cxnChg>
      </pc:sldChg>
      <pc:sldChg chg="addSp delSp modSp add mod">
        <pc:chgData name="Danielius Sukys" userId="070ca283-c94c-4a21-a78f-907189c2ef21" providerId="ADAL" clId="{4AE87F9D-70FF-5B4A-9125-74EDCCACAC71}" dt="2025-10-20T13:47:11.566" v="1529" actId="122"/>
        <pc:sldMkLst>
          <pc:docMk/>
          <pc:sldMk cId="1249276522" sldId="273"/>
        </pc:sldMkLst>
        <pc:spChg chg="mod">
          <ac:chgData name="Danielius Sukys" userId="070ca283-c94c-4a21-a78f-907189c2ef21" providerId="ADAL" clId="{4AE87F9D-70FF-5B4A-9125-74EDCCACAC71}" dt="2025-10-20T13:47:11.566" v="1529" actId="122"/>
          <ac:spMkLst>
            <pc:docMk/>
            <pc:sldMk cId="1249276522" sldId="273"/>
            <ac:spMk id="13" creationId="{09017E40-F7CC-5F45-CBA3-AB900B6B0F11}"/>
          </ac:spMkLst>
        </pc:spChg>
        <pc:cxnChg chg="add mod">
          <ac:chgData name="Danielius Sukys" userId="070ca283-c94c-4a21-a78f-907189c2ef21" providerId="ADAL" clId="{4AE87F9D-70FF-5B4A-9125-74EDCCACAC71}" dt="2025-10-20T13:46:40.869" v="1425"/>
          <ac:cxnSpMkLst>
            <pc:docMk/>
            <pc:sldMk cId="1249276522" sldId="273"/>
            <ac:cxnSpMk id="3" creationId="{52F3976B-D4F6-83DD-85B2-23FCDDA2B679}"/>
          </ac:cxnSpMkLst>
        </pc:cxnChg>
        <pc:cxnChg chg="add mod">
          <ac:chgData name="Danielius Sukys" userId="070ca283-c94c-4a21-a78f-907189c2ef21" providerId="ADAL" clId="{4AE87F9D-70FF-5B4A-9125-74EDCCACAC71}" dt="2025-10-20T13:46:40.869" v="1425"/>
          <ac:cxnSpMkLst>
            <pc:docMk/>
            <pc:sldMk cId="1249276522" sldId="273"/>
            <ac:cxnSpMk id="6" creationId="{89D26F14-EFBD-295D-A40F-8DE0F951AACF}"/>
          </ac:cxnSpMkLst>
        </pc:cxnChg>
        <pc:cxnChg chg="add mod">
          <ac:chgData name="Danielius Sukys" userId="070ca283-c94c-4a21-a78f-907189c2ef21" providerId="ADAL" clId="{4AE87F9D-70FF-5B4A-9125-74EDCCACAC71}" dt="2025-10-20T13:46:40.869" v="1425"/>
          <ac:cxnSpMkLst>
            <pc:docMk/>
            <pc:sldMk cId="1249276522" sldId="273"/>
            <ac:cxnSpMk id="9" creationId="{A947E476-85B2-BB5B-92B4-BC7C86F16A2E}"/>
          </ac:cxnSpMkLst>
        </pc:cxnChg>
      </pc:sldChg>
      <pc:sldChg chg="addSp delSp modSp add mod">
        <pc:chgData name="Danielius Sukys" userId="070ca283-c94c-4a21-a78f-907189c2ef21" providerId="ADAL" clId="{4AE87F9D-70FF-5B4A-9125-74EDCCACAC71}" dt="2025-10-20T13:48:19.831" v="1581" actId="20577"/>
        <pc:sldMkLst>
          <pc:docMk/>
          <pc:sldMk cId="2145433835" sldId="274"/>
        </pc:sldMkLst>
        <pc:spChg chg="mod">
          <ac:chgData name="Danielius Sukys" userId="070ca283-c94c-4a21-a78f-907189c2ef21" providerId="ADAL" clId="{4AE87F9D-70FF-5B4A-9125-74EDCCACAC71}" dt="2025-10-20T13:48:19.831" v="1581" actId="20577"/>
          <ac:spMkLst>
            <pc:docMk/>
            <pc:sldMk cId="2145433835" sldId="274"/>
            <ac:spMk id="13" creationId="{43E4A8D4-9FBD-9C8B-977E-E9EEE2874805}"/>
          </ac:spMkLst>
        </pc:spChg>
        <pc:cxnChg chg="add mod">
          <ac:chgData name="Danielius Sukys" userId="070ca283-c94c-4a21-a78f-907189c2ef21" providerId="ADAL" clId="{4AE87F9D-70FF-5B4A-9125-74EDCCACAC71}" dt="2025-10-20T13:48:00.467" v="1531"/>
          <ac:cxnSpMkLst>
            <pc:docMk/>
            <pc:sldMk cId="2145433835" sldId="274"/>
            <ac:cxnSpMk id="4" creationId="{3F04B030-F278-13A6-D10A-BE32E4214167}"/>
          </ac:cxnSpMkLst>
        </pc:cxnChg>
        <pc:cxnChg chg="add mod">
          <ac:chgData name="Danielius Sukys" userId="070ca283-c94c-4a21-a78f-907189c2ef21" providerId="ADAL" clId="{4AE87F9D-70FF-5B4A-9125-74EDCCACAC71}" dt="2025-10-20T13:48:00.467" v="1531"/>
          <ac:cxnSpMkLst>
            <pc:docMk/>
            <pc:sldMk cId="2145433835" sldId="274"/>
            <ac:cxnSpMk id="5" creationId="{CDCA9F22-ECC7-8525-C2C1-D72EB41FFF3C}"/>
          </ac:cxnSpMkLst>
        </pc:cxnChg>
      </pc:sldChg>
      <pc:sldChg chg="modSp new mod">
        <pc:chgData name="Danielius Sukys" userId="070ca283-c94c-4a21-a78f-907189c2ef21" providerId="ADAL" clId="{4AE87F9D-70FF-5B4A-9125-74EDCCACAC71}" dt="2025-10-20T15:54:57.338" v="3761" actId="20577"/>
        <pc:sldMkLst>
          <pc:docMk/>
          <pc:sldMk cId="4225103677" sldId="275"/>
        </pc:sldMkLst>
        <pc:spChg chg="mod">
          <ac:chgData name="Danielius Sukys" userId="070ca283-c94c-4a21-a78f-907189c2ef21" providerId="ADAL" clId="{4AE87F9D-70FF-5B4A-9125-74EDCCACAC71}" dt="2025-10-20T13:59:30.573" v="1614" actId="20577"/>
          <ac:spMkLst>
            <pc:docMk/>
            <pc:sldMk cId="4225103677" sldId="275"/>
            <ac:spMk id="2" creationId="{6AD3B86B-AF23-88F3-E408-464F41885F1A}"/>
          </ac:spMkLst>
        </pc:spChg>
        <pc:spChg chg="mod">
          <ac:chgData name="Danielius Sukys" userId="070ca283-c94c-4a21-a78f-907189c2ef21" providerId="ADAL" clId="{4AE87F9D-70FF-5B4A-9125-74EDCCACAC71}" dt="2025-10-20T15:54:57.338" v="3761" actId="20577"/>
          <ac:spMkLst>
            <pc:docMk/>
            <pc:sldMk cId="4225103677" sldId="275"/>
            <ac:spMk id="3" creationId="{2AB964DA-D4B1-71DE-6526-7AA8BC86A272}"/>
          </ac:spMkLst>
        </pc:spChg>
      </pc:sldChg>
      <pc:sldChg chg="modSp new mod">
        <pc:chgData name="Danielius Sukys" userId="070ca283-c94c-4a21-a78f-907189c2ef21" providerId="ADAL" clId="{4AE87F9D-70FF-5B4A-9125-74EDCCACAC71}" dt="2025-10-20T14:08:45.994" v="2348" actId="20577"/>
        <pc:sldMkLst>
          <pc:docMk/>
          <pc:sldMk cId="1713968039" sldId="276"/>
        </pc:sldMkLst>
        <pc:spChg chg="mod">
          <ac:chgData name="Danielius Sukys" userId="070ca283-c94c-4a21-a78f-907189c2ef21" providerId="ADAL" clId="{4AE87F9D-70FF-5B4A-9125-74EDCCACAC71}" dt="2025-10-20T14:04:34.537" v="2019" actId="20577"/>
          <ac:spMkLst>
            <pc:docMk/>
            <pc:sldMk cId="1713968039" sldId="276"/>
            <ac:spMk id="2" creationId="{977F6EF5-8FCF-9A0B-7725-64DBE055D21C}"/>
          </ac:spMkLst>
        </pc:spChg>
        <pc:spChg chg="mod">
          <ac:chgData name="Danielius Sukys" userId="070ca283-c94c-4a21-a78f-907189c2ef21" providerId="ADAL" clId="{4AE87F9D-70FF-5B4A-9125-74EDCCACAC71}" dt="2025-10-20T14:08:45.994" v="2348" actId="20577"/>
          <ac:spMkLst>
            <pc:docMk/>
            <pc:sldMk cId="1713968039" sldId="276"/>
            <ac:spMk id="3" creationId="{6605BF48-B464-A174-5AE0-AC710254F9C8}"/>
          </ac:spMkLst>
        </pc:spChg>
      </pc:sldChg>
      <pc:sldChg chg="addSp delSp modSp new mod">
        <pc:chgData name="Danielius Sukys" userId="070ca283-c94c-4a21-a78f-907189c2ef21" providerId="ADAL" clId="{4AE87F9D-70FF-5B4A-9125-74EDCCACAC71}" dt="2025-10-21T08:30:54.580" v="3834" actId="20577"/>
        <pc:sldMkLst>
          <pc:docMk/>
          <pc:sldMk cId="4045863464" sldId="277"/>
        </pc:sldMkLst>
        <pc:spChg chg="mod">
          <ac:chgData name="Danielius Sukys" userId="070ca283-c94c-4a21-a78f-907189c2ef21" providerId="ADAL" clId="{4AE87F9D-70FF-5B4A-9125-74EDCCACAC71}" dt="2025-10-20T14:11:24.461" v="2366" actId="20577"/>
          <ac:spMkLst>
            <pc:docMk/>
            <pc:sldMk cId="4045863464" sldId="277"/>
            <ac:spMk id="2" creationId="{E07F7390-24FC-926B-7336-D538B0CBA7A2}"/>
          </ac:spMkLst>
        </pc:spChg>
        <pc:spChg chg="add mod">
          <ac:chgData name="Danielius Sukys" userId="070ca283-c94c-4a21-a78f-907189c2ef21" providerId="ADAL" clId="{4AE87F9D-70FF-5B4A-9125-74EDCCACAC71}" dt="2025-10-20T14:12:24.023" v="2444" actId="1076"/>
          <ac:spMkLst>
            <pc:docMk/>
            <pc:sldMk cId="4045863464" sldId="277"/>
            <ac:spMk id="5" creationId="{0C08706E-5D14-3FA4-ACB6-272A970A6C51}"/>
          </ac:spMkLst>
        </pc:spChg>
        <pc:spChg chg="add del mod">
          <ac:chgData name="Danielius Sukys" userId="070ca283-c94c-4a21-a78f-907189c2ef21" providerId="ADAL" clId="{4AE87F9D-70FF-5B4A-9125-74EDCCACAC71}" dt="2025-10-21T08:30:54.580" v="3834" actId="20577"/>
          <ac:spMkLst>
            <pc:docMk/>
            <pc:sldMk cId="4045863464" sldId="277"/>
            <ac:spMk id="11" creationId="{3589EE0F-6BE6-7B7A-F8D5-8399E3C4C8C2}"/>
          </ac:spMkLst>
        </pc:spChg>
        <pc:picChg chg="add mod">
          <ac:chgData name="Danielius Sukys" userId="070ca283-c94c-4a21-a78f-907189c2ef21" providerId="ADAL" clId="{4AE87F9D-70FF-5B4A-9125-74EDCCACAC71}" dt="2025-10-20T14:11:34.736" v="2369" actId="1076"/>
          <ac:picMkLst>
            <pc:docMk/>
            <pc:sldMk cId="4045863464" sldId="277"/>
            <ac:picMk id="4" creationId="{522DE962-55C5-7B75-3769-BE7DCC23080F}"/>
          </ac:picMkLst>
        </pc:picChg>
        <pc:cxnChg chg="add mod">
          <ac:chgData name="Danielius Sukys" userId="070ca283-c94c-4a21-a78f-907189c2ef21" providerId="ADAL" clId="{4AE87F9D-70FF-5B4A-9125-74EDCCACAC71}" dt="2025-10-20T14:12:24.023" v="2444" actId="1076"/>
          <ac:cxnSpMkLst>
            <pc:docMk/>
            <pc:sldMk cId="4045863464" sldId="277"/>
            <ac:cxnSpMk id="6" creationId="{1278F1ED-CC8A-0F58-9A45-C34C5DAC1EFF}"/>
          </ac:cxnSpMkLst>
        </pc:cxnChg>
        <pc:cxnChg chg="add del mod">
          <ac:chgData name="Danielius Sukys" userId="070ca283-c94c-4a21-a78f-907189c2ef21" providerId="ADAL" clId="{4AE87F9D-70FF-5B4A-9125-74EDCCACAC71}" dt="2025-10-20T14:16:58.714" v="2665" actId="14100"/>
          <ac:cxnSpMkLst>
            <pc:docMk/>
            <pc:sldMk cId="4045863464" sldId="277"/>
            <ac:cxnSpMk id="9" creationId="{DD3C3114-60EE-15FB-ABC3-FEB07D6D3BDD}"/>
          </ac:cxnSpMkLst>
        </pc:cxnChg>
      </pc:sldChg>
      <pc:sldChg chg="modSp new mod">
        <pc:chgData name="Danielius Sukys" userId="070ca283-c94c-4a21-a78f-907189c2ef21" providerId="ADAL" clId="{4AE87F9D-70FF-5B4A-9125-74EDCCACAC71}" dt="2025-10-22T11:11:14.982" v="9486" actId="1036"/>
        <pc:sldMkLst>
          <pc:docMk/>
          <pc:sldMk cId="3776145661" sldId="278"/>
        </pc:sldMkLst>
        <pc:spChg chg="mod">
          <ac:chgData name="Danielius Sukys" userId="070ca283-c94c-4a21-a78f-907189c2ef21" providerId="ADAL" clId="{4AE87F9D-70FF-5B4A-9125-74EDCCACAC71}" dt="2025-10-20T14:21:28.797" v="2752" actId="20577"/>
          <ac:spMkLst>
            <pc:docMk/>
            <pc:sldMk cId="3776145661" sldId="278"/>
            <ac:spMk id="2" creationId="{82411F00-D407-F3F9-7BD1-7BE9BC366E04}"/>
          </ac:spMkLst>
        </pc:spChg>
        <pc:spChg chg="mod">
          <ac:chgData name="Danielius Sukys" userId="070ca283-c94c-4a21-a78f-907189c2ef21" providerId="ADAL" clId="{4AE87F9D-70FF-5B4A-9125-74EDCCACAC71}" dt="2025-10-22T11:11:14.982" v="9486" actId="1036"/>
          <ac:spMkLst>
            <pc:docMk/>
            <pc:sldMk cId="3776145661" sldId="278"/>
            <ac:spMk id="3" creationId="{0EBB7D8E-CBE2-053D-5F4D-243F67596C0E}"/>
          </ac:spMkLst>
        </pc:spChg>
      </pc:sldChg>
      <pc:sldChg chg="addSp delSp modSp add mod">
        <pc:chgData name="Danielius Sukys" userId="070ca283-c94c-4a21-a78f-907189c2ef21" providerId="ADAL" clId="{4AE87F9D-70FF-5B4A-9125-74EDCCACAC71}" dt="2025-10-28T11:05:52.831" v="10401" actId="14100"/>
        <pc:sldMkLst>
          <pc:docMk/>
          <pc:sldMk cId="2251850428" sldId="279"/>
        </pc:sldMkLst>
        <pc:spChg chg="mod">
          <ac:chgData name="Danielius Sukys" userId="070ca283-c94c-4a21-a78f-907189c2ef21" providerId="ADAL" clId="{4AE87F9D-70FF-5B4A-9125-74EDCCACAC71}" dt="2025-10-21T13:19:07.689" v="6366" actId="20577"/>
          <ac:spMkLst>
            <pc:docMk/>
            <pc:sldMk cId="2251850428" sldId="279"/>
            <ac:spMk id="13" creationId="{06FB5F47-BC30-E1A5-D154-A302F7BD4D7B}"/>
          </ac:spMkLst>
        </pc:spChg>
        <pc:cxnChg chg="add mod">
          <ac:chgData name="Danielius Sukys" userId="070ca283-c94c-4a21-a78f-907189c2ef21" providerId="ADAL" clId="{4AE87F9D-70FF-5B4A-9125-74EDCCACAC71}" dt="2025-10-20T14:33:50.649" v="3573" actId="692"/>
          <ac:cxnSpMkLst>
            <pc:docMk/>
            <pc:sldMk cId="2251850428" sldId="279"/>
            <ac:cxnSpMk id="8" creationId="{F6394DAE-2E06-0AE5-9E86-DA9C303C8763}"/>
          </ac:cxnSpMkLst>
        </pc:cxnChg>
        <pc:cxnChg chg="add mod">
          <ac:chgData name="Danielius Sukys" userId="070ca283-c94c-4a21-a78f-907189c2ef21" providerId="ADAL" clId="{4AE87F9D-70FF-5B4A-9125-74EDCCACAC71}" dt="2025-10-28T11:05:52.831" v="10401" actId="14100"/>
          <ac:cxnSpMkLst>
            <pc:docMk/>
            <pc:sldMk cId="2251850428" sldId="279"/>
            <ac:cxnSpMk id="11" creationId="{4CE33EE8-3B46-67C5-3AEE-3E06EF245BAB}"/>
          </ac:cxnSpMkLst>
        </pc:cxnChg>
      </pc:sldChg>
      <pc:sldChg chg="addSp delSp modSp add mod ord">
        <pc:chgData name="Danielius Sukys" userId="070ca283-c94c-4a21-a78f-907189c2ef21" providerId="ADAL" clId="{4AE87F9D-70FF-5B4A-9125-74EDCCACAC71}" dt="2025-10-28T11:05:39.511" v="10400" actId="20577"/>
        <pc:sldMkLst>
          <pc:docMk/>
          <pc:sldMk cId="3194446185" sldId="280"/>
        </pc:sldMkLst>
        <pc:spChg chg="mod">
          <ac:chgData name="Danielius Sukys" userId="070ca283-c94c-4a21-a78f-907189c2ef21" providerId="ADAL" clId="{4AE87F9D-70FF-5B4A-9125-74EDCCACAC71}" dt="2025-10-28T11:05:39.511" v="10400" actId="20577"/>
          <ac:spMkLst>
            <pc:docMk/>
            <pc:sldMk cId="3194446185" sldId="280"/>
            <ac:spMk id="13" creationId="{46AEFF7E-0FF4-6530-831B-F0A83A2A84DF}"/>
          </ac:spMkLst>
        </pc:spChg>
        <pc:cxnChg chg="add mod">
          <ac:chgData name="Danielius Sukys" userId="070ca283-c94c-4a21-a78f-907189c2ef21" providerId="ADAL" clId="{4AE87F9D-70FF-5B4A-9125-74EDCCACAC71}" dt="2025-10-20T14:33:45.674" v="3572" actId="692"/>
          <ac:cxnSpMkLst>
            <pc:docMk/>
            <pc:sldMk cId="3194446185" sldId="280"/>
            <ac:cxnSpMk id="8" creationId="{EC6DB30D-972F-9138-6F80-69F801CF8612}"/>
          </ac:cxnSpMkLst>
        </pc:cxnChg>
      </pc:sldChg>
      <pc:sldChg chg="addSp delSp modSp add mod">
        <pc:chgData name="Danielius Sukys" userId="070ca283-c94c-4a21-a78f-907189c2ef21" providerId="ADAL" clId="{4AE87F9D-70FF-5B4A-9125-74EDCCACAC71}" dt="2025-10-21T08:30:45.920" v="3824" actId="20577"/>
        <pc:sldMkLst>
          <pc:docMk/>
          <pc:sldMk cId="1005423921" sldId="281"/>
        </pc:sldMkLst>
        <pc:spChg chg="mod">
          <ac:chgData name="Danielius Sukys" userId="070ca283-c94c-4a21-a78f-907189c2ef21" providerId="ADAL" clId="{4AE87F9D-70FF-5B4A-9125-74EDCCACAC71}" dt="2025-10-20T15:46:21.605" v="3661" actId="20577"/>
          <ac:spMkLst>
            <pc:docMk/>
            <pc:sldMk cId="1005423921" sldId="281"/>
            <ac:spMk id="2" creationId="{5992E074-5CEC-8BF1-4E2B-7BCF2712FA93}"/>
          </ac:spMkLst>
        </pc:spChg>
        <pc:spChg chg="mod">
          <ac:chgData name="Danielius Sukys" userId="070ca283-c94c-4a21-a78f-907189c2ef21" providerId="ADAL" clId="{4AE87F9D-70FF-5B4A-9125-74EDCCACAC71}" dt="2025-10-20T15:50:38.375" v="3760" actId="1076"/>
          <ac:spMkLst>
            <pc:docMk/>
            <pc:sldMk cId="1005423921" sldId="281"/>
            <ac:spMk id="5" creationId="{8991945E-09B3-8AD2-6A0F-EF94264F2D90}"/>
          </ac:spMkLst>
        </pc:spChg>
        <pc:spChg chg="mod">
          <ac:chgData name="Danielius Sukys" userId="070ca283-c94c-4a21-a78f-907189c2ef21" providerId="ADAL" clId="{4AE87F9D-70FF-5B4A-9125-74EDCCACAC71}" dt="2025-10-21T08:30:45.920" v="3824" actId="20577"/>
          <ac:spMkLst>
            <pc:docMk/>
            <pc:sldMk cId="1005423921" sldId="281"/>
            <ac:spMk id="11" creationId="{4BBABA5D-4D2A-C700-4C7C-36A921355674}"/>
          </ac:spMkLst>
        </pc:spChg>
        <pc:spChg chg="add mod">
          <ac:chgData name="Danielius Sukys" userId="070ca283-c94c-4a21-a78f-907189c2ef21" providerId="ADAL" clId="{4AE87F9D-70FF-5B4A-9125-74EDCCACAC71}" dt="2025-10-20T15:50:20.686" v="3752" actId="1076"/>
          <ac:spMkLst>
            <pc:docMk/>
            <pc:sldMk cId="1005423921" sldId="281"/>
            <ac:spMk id="16" creationId="{5032364C-7A2A-ABE4-02A6-9F672AEDBEE2}"/>
          </ac:spMkLst>
        </pc:spChg>
        <pc:picChg chg="add mod">
          <ac:chgData name="Danielius Sukys" userId="070ca283-c94c-4a21-a78f-907189c2ef21" providerId="ADAL" clId="{4AE87F9D-70FF-5B4A-9125-74EDCCACAC71}" dt="2025-10-20T15:49:57.348" v="3741"/>
          <ac:picMkLst>
            <pc:docMk/>
            <pc:sldMk cId="1005423921" sldId="281"/>
            <ac:picMk id="29" creationId="{0974486D-038C-19AF-29D3-4C6F14261791}"/>
          </ac:picMkLst>
        </pc:picChg>
        <pc:cxnChg chg="add mod">
          <ac:chgData name="Danielius Sukys" userId="070ca283-c94c-4a21-a78f-907189c2ef21" providerId="ADAL" clId="{4AE87F9D-70FF-5B4A-9125-74EDCCACAC71}" dt="2025-10-20T15:50:08.016" v="3746" actId="14100"/>
          <ac:cxnSpMkLst>
            <pc:docMk/>
            <pc:sldMk cId="1005423921" sldId="281"/>
            <ac:cxnSpMk id="30" creationId="{87365CA0-39E1-8FBB-E411-83940404D1CC}"/>
          </ac:cxnSpMkLst>
        </pc:cxnChg>
        <pc:cxnChg chg="add mod">
          <ac:chgData name="Danielius Sukys" userId="070ca283-c94c-4a21-a78f-907189c2ef21" providerId="ADAL" clId="{4AE87F9D-70FF-5B4A-9125-74EDCCACAC71}" dt="2025-10-20T15:50:23.760" v="3753" actId="14100"/>
          <ac:cxnSpMkLst>
            <pc:docMk/>
            <pc:sldMk cId="1005423921" sldId="281"/>
            <ac:cxnSpMk id="32" creationId="{4E82861A-38F4-A62D-74D4-0D3A6154EF08}"/>
          </ac:cxnSpMkLst>
        </pc:cxnChg>
        <pc:cxnChg chg="add mod">
          <ac:chgData name="Danielius Sukys" userId="070ca283-c94c-4a21-a78f-907189c2ef21" providerId="ADAL" clId="{4AE87F9D-70FF-5B4A-9125-74EDCCACAC71}" dt="2025-10-20T15:50:36.191" v="3759" actId="1076"/>
          <ac:cxnSpMkLst>
            <pc:docMk/>
            <pc:sldMk cId="1005423921" sldId="281"/>
            <ac:cxnSpMk id="36" creationId="{5E5BC53C-3503-7F78-7A10-8933648BDC00}"/>
          </ac:cxnSpMkLst>
        </pc:cxnChg>
      </pc:sldChg>
      <pc:sldChg chg="modSp new mod">
        <pc:chgData name="Danielius Sukys" userId="070ca283-c94c-4a21-a78f-907189c2ef21" providerId="ADAL" clId="{4AE87F9D-70FF-5B4A-9125-74EDCCACAC71}" dt="2025-10-21T08:42:00.840" v="3924" actId="20577"/>
        <pc:sldMkLst>
          <pc:docMk/>
          <pc:sldMk cId="2827415529" sldId="282"/>
        </pc:sldMkLst>
        <pc:spChg chg="mod">
          <ac:chgData name="Danielius Sukys" userId="070ca283-c94c-4a21-a78f-907189c2ef21" providerId="ADAL" clId="{4AE87F9D-70FF-5B4A-9125-74EDCCACAC71}" dt="2025-10-20T16:00:07.506" v="3805" actId="20577"/>
          <ac:spMkLst>
            <pc:docMk/>
            <pc:sldMk cId="2827415529" sldId="282"/>
            <ac:spMk id="2" creationId="{A88B4B88-75FD-4B23-2C3E-807752907380}"/>
          </ac:spMkLst>
        </pc:spChg>
        <pc:spChg chg="mod">
          <ac:chgData name="Danielius Sukys" userId="070ca283-c94c-4a21-a78f-907189c2ef21" providerId="ADAL" clId="{4AE87F9D-70FF-5B4A-9125-74EDCCACAC71}" dt="2025-10-21T08:42:00.840" v="3924" actId="20577"/>
          <ac:spMkLst>
            <pc:docMk/>
            <pc:sldMk cId="2827415529" sldId="282"/>
            <ac:spMk id="3" creationId="{D49E2718-42CC-357F-A5E6-C3D0A2AE8125}"/>
          </ac:spMkLst>
        </pc:spChg>
      </pc:sldChg>
      <pc:sldChg chg="addSp delSp modSp new del mod">
        <pc:chgData name="Danielius Sukys" userId="070ca283-c94c-4a21-a78f-907189c2ef21" providerId="ADAL" clId="{4AE87F9D-70FF-5B4A-9125-74EDCCACAC71}" dt="2025-10-21T08:44:39.445" v="3975" actId="2696"/>
        <pc:sldMkLst>
          <pc:docMk/>
          <pc:sldMk cId="731084283" sldId="283"/>
        </pc:sldMkLst>
      </pc:sldChg>
      <pc:sldChg chg="addSp delSp modSp new mod">
        <pc:chgData name="Danielius Sukys" userId="070ca283-c94c-4a21-a78f-907189c2ef21" providerId="ADAL" clId="{4AE87F9D-70FF-5B4A-9125-74EDCCACAC71}" dt="2025-10-21T10:12:15.007" v="4614" actId="478"/>
        <pc:sldMkLst>
          <pc:docMk/>
          <pc:sldMk cId="3033508606" sldId="283"/>
        </pc:sldMkLst>
        <pc:spChg chg="mod">
          <ac:chgData name="Danielius Sukys" userId="070ca283-c94c-4a21-a78f-907189c2ef21" providerId="ADAL" clId="{4AE87F9D-70FF-5B4A-9125-74EDCCACAC71}" dt="2025-10-21T08:44:46.958" v="3996" actId="20577"/>
          <ac:spMkLst>
            <pc:docMk/>
            <pc:sldMk cId="3033508606" sldId="283"/>
            <ac:spMk id="2" creationId="{54165A2F-24C7-F0E8-8675-B1090D5D857E}"/>
          </ac:spMkLst>
        </pc:spChg>
        <pc:spChg chg="add mod">
          <ac:chgData name="Danielius Sukys" userId="070ca283-c94c-4a21-a78f-907189c2ef21" providerId="ADAL" clId="{4AE87F9D-70FF-5B4A-9125-74EDCCACAC71}" dt="2025-10-21T10:11:21.104" v="4598" actId="20577"/>
          <ac:spMkLst>
            <pc:docMk/>
            <pc:sldMk cId="3033508606" sldId="283"/>
            <ac:spMk id="5" creationId="{B7EF2546-43F8-F57B-BBFE-F2C532F46CBA}"/>
          </ac:spMkLst>
        </pc:spChg>
        <pc:spChg chg="add mod">
          <ac:chgData name="Danielius Sukys" userId="070ca283-c94c-4a21-a78f-907189c2ef21" providerId="ADAL" clId="{4AE87F9D-70FF-5B4A-9125-74EDCCACAC71}" dt="2025-10-21T10:11:30.728" v="4601" actId="20577"/>
          <ac:spMkLst>
            <pc:docMk/>
            <pc:sldMk cId="3033508606" sldId="283"/>
            <ac:spMk id="6" creationId="{22501E03-95BA-1CAA-137F-C7CF17A42685}"/>
          </ac:spMkLst>
        </pc:spChg>
        <pc:picChg chg="add mod">
          <ac:chgData name="Danielius Sukys" userId="070ca283-c94c-4a21-a78f-907189c2ef21" providerId="ADAL" clId="{4AE87F9D-70FF-5B4A-9125-74EDCCACAC71}" dt="2025-10-21T08:45:05.692" v="3999" actId="1076"/>
          <ac:picMkLst>
            <pc:docMk/>
            <pc:sldMk cId="3033508606" sldId="283"/>
            <ac:picMk id="4" creationId="{A0A09D9A-9626-EDFF-96D0-05041D75C819}"/>
          </ac:picMkLst>
        </pc:picChg>
      </pc:sldChg>
      <pc:sldChg chg="modSp add del mod">
        <pc:chgData name="Danielius Sukys" userId="070ca283-c94c-4a21-a78f-907189c2ef21" providerId="ADAL" clId="{4AE87F9D-70FF-5B4A-9125-74EDCCACAC71}" dt="2025-10-21T08:43:15.007" v="3950" actId="2696"/>
        <pc:sldMkLst>
          <pc:docMk/>
          <pc:sldMk cId="4069102186" sldId="283"/>
        </pc:sldMkLst>
      </pc:sldChg>
      <pc:sldChg chg="addSp delSp modSp add mod">
        <pc:chgData name="Danielius Sukys" userId="070ca283-c94c-4a21-a78f-907189c2ef21" providerId="ADAL" clId="{4AE87F9D-70FF-5B4A-9125-74EDCCACAC71}" dt="2025-10-31T11:38:13.796" v="14033" actId="20577"/>
        <pc:sldMkLst>
          <pc:docMk/>
          <pc:sldMk cId="1545959845" sldId="284"/>
        </pc:sldMkLst>
        <pc:spChg chg="mod">
          <ac:chgData name="Danielius Sukys" userId="070ca283-c94c-4a21-a78f-907189c2ef21" providerId="ADAL" clId="{4AE87F9D-70FF-5B4A-9125-74EDCCACAC71}" dt="2025-10-21T10:11:38.186" v="4604" actId="20577"/>
          <ac:spMkLst>
            <pc:docMk/>
            <pc:sldMk cId="1545959845" sldId="284"/>
            <ac:spMk id="5" creationId="{3AE114C1-2B16-F9B0-E548-289B0A6FA49E}"/>
          </ac:spMkLst>
        </pc:spChg>
        <pc:spChg chg="mod">
          <ac:chgData name="Danielius Sukys" userId="070ca283-c94c-4a21-a78f-907189c2ef21" providerId="ADAL" clId="{4AE87F9D-70FF-5B4A-9125-74EDCCACAC71}" dt="2025-10-31T11:38:13.796" v="14033" actId="20577"/>
          <ac:spMkLst>
            <pc:docMk/>
            <pc:sldMk cId="1545959845" sldId="284"/>
            <ac:spMk id="6" creationId="{0C78AD9F-75E3-8DAA-A75E-CEE944B58FD9}"/>
          </ac:spMkLst>
        </pc:spChg>
        <pc:spChg chg="add mod">
          <ac:chgData name="Danielius Sukys" userId="070ca283-c94c-4a21-a78f-907189c2ef21" providerId="ADAL" clId="{4AE87F9D-70FF-5B4A-9125-74EDCCACAC71}" dt="2025-10-21T10:11:43.769" v="4609" actId="20577"/>
          <ac:spMkLst>
            <pc:docMk/>
            <pc:sldMk cId="1545959845" sldId="284"/>
            <ac:spMk id="12" creationId="{7473F5AF-F4EF-DEF1-E738-D81A135BCE64}"/>
          </ac:spMkLst>
        </pc:spChg>
        <pc:spChg chg="add mod">
          <ac:chgData name="Danielius Sukys" userId="070ca283-c94c-4a21-a78f-907189c2ef21" providerId="ADAL" clId="{4AE87F9D-70FF-5B4A-9125-74EDCCACAC71}" dt="2025-10-30T13:02:58.865" v="12178" actId="20577"/>
          <ac:spMkLst>
            <pc:docMk/>
            <pc:sldMk cId="1545959845" sldId="284"/>
            <ac:spMk id="13" creationId="{8B7D82F4-AB02-5D82-4038-50D29EBEB2EB}"/>
          </ac:spMkLst>
        </pc:spChg>
        <pc:picChg chg="add mod">
          <ac:chgData name="Danielius Sukys" userId="070ca283-c94c-4a21-a78f-907189c2ef21" providerId="ADAL" clId="{4AE87F9D-70FF-5B4A-9125-74EDCCACAC71}" dt="2025-10-21T09:32:38.032" v="4212" actId="1076"/>
          <ac:picMkLst>
            <pc:docMk/>
            <pc:sldMk cId="1545959845" sldId="284"/>
            <ac:picMk id="11" creationId="{39ED53D4-7062-2464-D68A-6A47C4B6810C}"/>
          </ac:picMkLst>
        </pc:picChg>
      </pc:sldChg>
      <pc:sldChg chg="addSp delSp modSp add mod">
        <pc:chgData name="Danielius Sukys" userId="070ca283-c94c-4a21-a78f-907189c2ef21" providerId="ADAL" clId="{4AE87F9D-70FF-5B4A-9125-74EDCCACAC71}" dt="2025-10-30T13:06:33.740" v="12450" actId="20577"/>
        <pc:sldMkLst>
          <pc:docMk/>
          <pc:sldMk cId="2804828723" sldId="285"/>
        </pc:sldMkLst>
        <pc:spChg chg="add mod">
          <ac:chgData name="Danielius Sukys" userId="070ca283-c94c-4a21-a78f-907189c2ef21" providerId="ADAL" clId="{4AE87F9D-70FF-5B4A-9125-74EDCCACAC71}" dt="2025-10-30T13:06:33.740" v="12450" actId="20577"/>
          <ac:spMkLst>
            <pc:docMk/>
            <pc:sldMk cId="2804828723" sldId="285"/>
            <ac:spMk id="8" creationId="{C3B68D84-3221-06F9-BF72-FEA66B330265}"/>
          </ac:spMkLst>
        </pc:spChg>
      </pc:sldChg>
      <pc:sldChg chg="addSp delSp modSp new del mod">
        <pc:chgData name="Danielius Sukys" userId="070ca283-c94c-4a21-a78f-907189c2ef21" providerId="ADAL" clId="{4AE87F9D-70FF-5B4A-9125-74EDCCACAC71}" dt="2025-10-22T10:09:30.591" v="9255" actId="2696"/>
        <pc:sldMkLst>
          <pc:docMk/>
          <pc:sldMk cId="4098076191" sldId="286"/>
        </pc:sldMkLst>
      </pc:sldChg>
      <pc:sldChg chg="modSp new mod">
        <pc:chgData name="Danielius Sukys" userId="070ca283-c94c-4a21-a78f-907189c2ef21" providerId="ADAL" clId="{4AE87F9D-70FF-5B4A-9125-74EDCCACAC71}" dt="2025-10-30T13:08:11.034" v="12565" actId="20577"/>
        <pc:sldMkLst>
          <pc:docMk/>
          <pc:sldMk cId="3621564737" sldId="287"/>
        </pc:sldMkLst>
        <pc:spChg chg="mod">
          <ac:chgData name="Danielius Sukys" userId="070ca283-c94c-4a21-a78f-907189c2ef21" providerId="ADAL" clId="{4AE87F9D-70FF-5B4A-9125-74EDCCACAC71}" dt="2025-10-21T12:29:09.431" v="5353" actId="20577"/>
          <ac:spMkLst>
            <pc:docMk/>
            <pc:sldMk cId="3621564737" sldId="287"/>
            <ac:spMk id="2" creationId="{34790C15-E9DF-7F8C-547F-B8B155163773}"/>
          </ac:spMkLst>
        </pc:spChg>
        <pc:spChg chg="mod">
          <ac:chgData name="Danielius Sukys" userId="070ca283-c94c-4a21-a78f-907189c2ef21" providerId="ADAL" clId="{4AE87F9D-70FF-5B4A-9125-74EDCCACAC71}" dt="2025-10-30T13:08:11.034" v="12565" actId="20577"/>
          <ac:spMkLst>
            <pc:docMk/>
            <pc:sldMk cId="3621564737" sldId="287"/>
            <ac:spMk id="3" creationId="{B800D6C8-F2AC-DD2A-4BA0-67F70AAA981F}"/>
          </ac:spMkLst>
        </pc:spChg>
      </pc:sldChg>
      <pc:sldChg chg="add del">
        <pc:chgData name="Danielius Sukys" userId="070ca283-c94c-4a21-a78f-907189c2ef21" providerId="ADAL" clId="{4AE87F9D-70FF-5B4A-9125-74EDCCACAC71}" dt="2025-10-21T13:25:11.254" v="6598" actId="2696"/>
        <pc:sldMkLst>
          <pc:docMk/>
          <pc:sldMk cId="2964967583" sldId="288"/>
        </pc:sldMkLst>
      </pc:sldChg>
      <pc:sldChg chg="addSp delSp modSp add del mod">
        <pc:chgData name="Danielius Sukys" userId="070ca283-c94c-4a21-a78f-907189c2ef21" providerId="ADAL" clId="{4AE87F9D-70FF-5B4A-9125-74EDCCACAC71}" dt="2025-10-21T13:27:31.079" v="6607" actId="2696"/>
        <pc:sldMkLst>
          <pc:docMk/>
          <pc:sldMk cId="3184805307" sldId="289"/>
        </pc:sldMkLst>
      </pc:sldChg>
      <pc:sldChg chg="addSp delSp modSp new mod">
        <pc:chgData name="Danielius Sukys" userId="070ca283-c94c-4a21-a78f-907189c2ef21" providerId="ADAL" clId="{4AE87F9D-70FF-5B4A-9125-74EDCCACAC71}" dt="2025-10-28T11:10:12.951" v="10427" actId="20577"/>
        <pc:sldMkLst>
          <pc:docMk/>
          <pc:sldMk cId="1383520388" sldId="290"/>
        </pc:sldMkLst>
        <pc:spChg chg="mod">
          <ac:chgData name="Danielius Sukys" userId="070ca283-c94c-4a21-a78f-907189c2ef21" providerId="ADAL" clId="{4AE87F9D-70FF-5B4A-9125-74EDCCACAC71}" dt="2025-10-21T13:27:32.646" v="6608"/>
          <ac:spMkLst>
            <pc:docMk/>
            <pc:sldMk cId="1383520388" sldId="290"/>
            <ac:spMk id="2" creationId="{31EA9A90-597B-F0B8-E8AF-572399D8A1A6}"/>
          </ac:spMkLst>
        </pc:spChg>
        <pc:spChg chg="add mod">
          <ac:chgData name="Danielius Sukys" userId="070ca283-c94c-4a21-a78f-907189c2ef21" providerId="ADAL" clId="{4AE87F9D-70FF-5B4A-9125-74EDCCACAC71}" dt="2025-10-22T11:21:05.999" v="9565" actId="20577"/>
          <ac:spMkLst>
            <pc:docMk/>
            <pc:sldMk cId="1383520388" sldId="290"/>
            <ac:spMk id="5" creationId="{A9627CB9-A3ED-0DC1-202C-13E0953647F2}"/>
          </ac:spMkLst>
        </pc:spChg>
        <pc:spChg chg="add mod">
          <ac:chgData name="Danielius Sukys" userId="070ca283-c94c-4a21-a78f-907189c2ef21" providerId="ADAL" clId="{4AE87F9D-70FF-5B4A-9125-74EDCCACAC71}" dt="2025-10-28T11:10:00.438" v="10424" actId="20577"/>
          <ac:spMkLst>
            <pc:docMk/>
            <pc:sldMk cId="1383520388" sldId="290"/>
            <ac:spMk id="6" creationId="{CFE51134-F91B-86EB-A1DB-4DD1B4EF4C23}"/>
          </ac:spMkLst>
        </pc:spChg>
        <pc:spChg chg="add mod">
          <ac:chgData name="Danielius Sukys" userId="070ca283-c94c-4a21-a78f-907189c2ef21" providerId="ADAL" clId="{4AE87F9D-70FF-5B4A-9125-74EDCCACAC71}" dt="2025-10-21T14:59:46.118" v="6996" actId="20577"/>
          <ac:spMkLst>
            <pc:docMk/>
            <pc:sldMk cId="1383520388" sldId="290"/>
            <ac:spMk id="7" creationId="{2D42085B-1682-BDED-E51B-ECED469B2954}"/>
          </ac:spMkLst>
        </pc:spChg>
        <pc:spChg chg="mod">
          <ac:chgData name="Danielius Sukys" userId="070ca283-c94c-4a21-a78f-907189c2ef21" providerId="ADAL" clId="{4AE87F9D-70FF-5B4A-9125-74EDCCACAC71}" dt="2025-10-28T11:09:52.377" v="10403" actId="20577"/>
          <ac:spMkLst>
            <pc:docMk/>
            <pc:sldMk cId="1383520388" sldId="290"/>
            <ac:spMk id="17" creationId="{A5FC8B6E-5372-E3C1-1509-5A3B04CB7FCC}"/>
          </ac:spMkLst>
        </pc:spChg>
        <pc:spChg chg="mod">
          <ac:chgData name="Danielius Sukys" userId="070ca283-c94c-4a21-a78f-907189c2ef21" providerId="ADAL" clId="{4AE87F9D-70FF-5B4A-9125-74EDCCACAC71}" dt="2025-10-28T11:10:12.951" v="10427" actId="20577"/>
          <ac:spMkLst>
            <pc:docMk/>
            <pc:sldMk cId="1383520388" sldId="290"/>
            <ac:spMk id="18" creationId="{94D21669-DA1A-B2C8-57CB-C158D2BC0CE8}"/>
          </ac:spMkLst>
        </pc:spChg>
        <pc:spChg chg="mod">
          <ac:chgData name="Danielius Sukys" userId="070ca283-c94c-4a21-a78f-907189c2ef21" providerId="ADAL" clId="{4AE87F9D-70FF-5B4A-9125-74EDCCACAC71}" dt="2025-10-21T13:36:23.108" v="6854" actId="20577"/>
          <ac:spMkLst>
            <pc:docMk/>
            <pc:sldMk cId="1383520388" sldId="290"/>
            <ac:spMk id="19" creationId="{1ECADDC8-193D-BB56-BD5E-D3D79EC3D469}"/>
          </ac:spMkLst>
        </pc:spChg>
        <pc:spChg chg="add mod">
          <ac:chgData name="Danielius Sukys" userId="070ca283-c94c-4a21-a78f-907189c2ef21" providerId="ADAL" clId="{4AE87F9D-70FF-5B4A-9125-74EDCCACAC71}" dt="2025-10-21T13:35:40.799" v="6809" actId="1076"/>
          <ac:spMkLst>
            <pc:docMk/>
            <pc:sldMk cId="1383520388" sldId="290"/>
            <ac:spMk id="22" creationId="{A5B194FC-91FF-A3B5-EEC5-026334ABB4DD}"/>
          </ac:spMkLst>
        </pc:spChg>
        <pc:spChg chg="add mod">
          <ac:chgData name="Danielius Sukys" userId="070ca283-c94c-4a21-a78f-907189c2ef21" providerId="ADAL" clId="{4AE87F9D-70FF-5B4A-9125-74EDCCACAC71}" dt="2025-10-21T13:37:28.867" v="6879" actId="164"/>
          <ac:spMkLst>
            <pc:docMk/>
            <pc:sldMk cId="1383520388" sldId="290"/>
            <ac:spMk id="24" creationId="{03398A8C-F4B9-1DC1-7F2F-9DAE02EA763B}"/>
          </ac:spMkLst>
        </pc:spChg>
        <pc:spChg chg="add mod">
          <ac:chgData name="Danielius Sukys" userId="070ca283-c94c-4a21-a78f-907189c2ef21" providerId="ADAL" clId="{4AE87F9D-70FF-5B4A-9125-74EDCCACAC71}" dt="2025-10-21T13:37:33.716" v="6880" actId="164"/>
          <ac:spMkLst>
            <pc:docMk/>
            <pc:sldMk cId="1383520388" sldId="290"/>
            <ac:spMk id="25" creationId="{761AF4DD-C0F9-3C7C-8929-8D5C14A7AAC5}"/>
          </ac:spMkLst>
        </pc:spChg>
        <pc:cxnChg chg="add mod">
          <ac:chgData name="Danielius Sukys" userId="070ca283-c94c-4a21-a78f-907189c2ef21" providerId="ADAL" clId="{4AE87F9D-70FF-5B4A-9125-74EDCCACAC71}" dt="2025-10-21T13:33:09.012" v="6685" actId="164"/>
          <ac:cxnSpMkLst>
            <pc:docMk/>
            <pc:sldMk cId="1383520388" sldId="290"/>
            <ac:cxnSpMk id="9" creationId="{053FA50E-4D5B-B495-6034-B969EC3DF1B8}"/>
          </ac:cxnSpMkLst>
        </pc:cxnChg>
        <pc:cxnChg chg="add mod">
          <ac:chgData name="Danielius Sukys" userId="070ca283-c94c-4a21-a78f-907189c2ef21" providerId="ADAL" clId="{4AE87F9D-70FF-5B4A-9125-74EDCCACAC71}" dt="2025-10-21T13:33:09.012" v="6685" actId="164"/>
          <ac:cxnSpMkLst>
            <pc:docMk/>
            <pc:sldMk cId="1383520388" sldId="290"/>
            <ac:cxnSpMk id="11" creationId="{A2093651-8C4F-CFE7-2711-D7AD347475DD}"/>
          </ac:cxnSpMkLst>
        </pc:cxnChg>
        <pc:cxnChg chg="mod">
          <ac:chgData name="Danielius Sukys" userId="070ca283-c94c-4a21-a78f-907189c2ef21" providerId="ADAL" clId="{4AE87F9D-70FF-5B4A-9125-74EDCCACAC71}" dt="2025-10-21T13:33:10.523" v="6686"/>
          <ac:cxnSpMkLst>
            <pc:docMk/>
            <pc:sldMk cId="1383520388" sldId="290"/>
            <ac:cxnSpMk id="20" creationId="{123BF08D-BCE9-057B-8801-912CD273E100}"/>
          </ac:cxnSpMkLst>
        </pc:cxnChg>
        <pc:cxnChg chg="mod">
          <ac:chgData name="Danielius Sukys" userId="070ca283-c94c-4a21-a78f-907189c2ef21" providerId="ADAL" clId="{4AE87F9D-70FF-5B4A-9125-74EDCCACAC71}" dt="2025-10-21T13:33:10.523" v="6686"/>
          <ac:cxnSpMkLst>
            <pc:docMk/>
            <pc:sldMk cId="1383520388" sldId="290"/>
            <ac:cxnSpMk id="21" creationId="{FAF8ADA5-049E-713B-54FD-2773C6EA9A34}"/>
          </ac:cxnSpMkLst>
        </pc:cxnChg>
      </pc:sldChg>
      <pc:sldChg chg="addSp delSp modSp new mod ord">
        <pc:chgData name="Danielius Sukys" userId="070ca283-c94c-4a21-a78f-907189c2ef21" providerId="ADAL" clId="{4AE87F9D-70FF-5B4A-9125-74EDCCACAC71}" dt="2025-10-23T10:53:35.217" v="10119" actId="14100"/>
        <pc:sldMkLst>
          <pc:docMk/>
          <pc:sldMk cId="1876922803" sldId="291"/>
        </pc:sldMkLst>
        <pc:spChg chg="mod">
          <ac:chgData name="Danielius Sukys" userId="070ca283-c94c-4a21-a78f-907189c2ef21" providerId="ADAL" clId="{4AE87F9D-70FF-5B4A-9125-74EDCCACAC71}" dt="2025-10-21T13:48:24.465" v="6943" actId="1076"/>
          <ac:spMkLst>
            <pc:docMk/>
            <pc:sldMk cId="1876922803" sldId="291"/>
            <ac:spMk id="2" creationId="{6E1A0B09-4064-FDF2-49D7-7237969B7A12}"/>
          </ac:spMkLst>
        </pc:spChg>
        <pc:spChg chg="add mod">
          <ac:chgData name="Danielius Sukys" userId="070ca283-c94c-4a21-a78f-907189c2ef21" providerId="ADAL" clId="{4AE87F9D-70FF-5B4A-9125-74EDCCACAC71}" dt="2025-10-21T13:48:29.750" v="6944" actId="164"/>
          <ac:spMkLst>
            <pc:docMk/>
            <pc:sldMk cId="1876922803" sldId="291"/>
            <ac:spMk id="8" creationId="{722942FF-2286-F626-FB27-74ECB70F6E30}"/>
          </ac:spMkLst>
        </pc:spChg>
        <pc:spChg chg="add mod">
          <ac:chgData name="Danielius Sukys" userId="070ca283-c94c-4a21-a78f-907189c2ef21" providerId="ADAL" clId="{4AE87F9D-70FF-5B4A-9125-74EDCCACAC71}" dt="2025-10-21T13:48:29.750" v="6944" actId="164"/>
          <ac:spMkLst>
            <pc:docMk/>
            <pc:sldMk cId="1876922803" sldId="291"/>
            <ac:spMk id="10" creationId="{AFC17784-2D84-9D93-BA34-E4E0F0A8C4B3}"/>
          </ac:spMkLst>
        </pc:spChg>
        <pc:spChg chg="add mod">
          <ac:chgData name="Danielius Sukys" userId="070ca283-c94c-4a21-a78f-907189c2ef21" providerId="ADAL" clId="{4AE87F9D-70FF-5B4A-9125-74EDCCACAC71}" dt="2025-10-21T13:48:29.750" v="6944" actId="164"/>
          <ac:spMkLst>
            <pc:docMk/>
            <pc:sldMk cId="1876922803" sldId="291"/>
            <ac:spMk id="11" creationId="{02214435-66AA-32C8-E52B-95D73F262D48}"/>
          </ac:spMkLst>
        </pc:spChg>
        <pc:spChg chg="add mod">
          <ac:chgData name="Danielius Sukys" userId="070ca283-c94c-4a21-a78f-907189c2ef21" providerId="ADAL" clId="{4AE87F9D-70FF-5B4A-9125-74EDCCACAC71}" dt="2025-10-21T13:48:29.750" v="6944" actId="164"/>
          <ac:spMkLst>
            <pc:docMk/>
            <pc:sldMk cId="1876922803" sldId="291"/>
            <ac:spMk id="12" creationId="{1E379678-CE2D-9BA5-8515-AC37782A18E6}"/>
          </ac:spMkLst>
        </pc:spChg>
        <pc:spChg chg="add mod">
          <ac:chgData name="Danielius Sukys" userId="070ca283-c94c-4a21-a78f-907189c2ef21" providerId="ADAL" clId="{4AE87F9D-70FF-5B4A-9125-74EDCCACAC71}" dt="2025-10-21T13:48:29.750" v="6944" actId="164"/>
          <ac:spMkLst>
            <pc:docMk/>
            <pc:sldMk cId="1876922803" sldId="291"/>
            <ac:spMk id="13" creationId="{0F259B4A-5F4F-ED2E-C78F-FAB7D7088FEE}"/>
          </ac:spMkLst>
        </pc:spChg>
        <pc:spChg chg="add mod">
          <ac:chgData name="Danielius Sukys" userId="070ca283-c94c-4a21-a78f-907189c2ef21" providerId="ADAL" clId="{4AE87F9D-70FF-5B4A-9125-74EDCCACAC71}" dt="2025-10-21T13:48:29.750" v="6944" actId="164"/>
          <ac:spMkLst>
            <pc:docMk/>
            <pc:sldMk cId="1876922803" sldId="291"/>
            <ac:spMk id="14" creationId="{67B68127-CA15-341D-355B-7C0FCA5C2105}"/>
          </ac:spMkLst>
        </pc:spChg>
        <pc:spChg chg="add mod">
          <ac:chgData name="Danielius Sukys" userId="070ca283-c94c-4a21-a78f-907189c2ef21" providerId="ADAL" clId="{4AE87F9D-70FF-5B4A-9125-74EDCCACAC71}" dt="2025-10-21T13:50:39.063" v="6965" actId="20577"/>
          <ac:spMkLst>
            <pc:docMk/>
            <pc:sldMk cId="1876922803" sldId="291"/>
            <ac:spMk id="26" creationId="{7EF8099E-7506-3813-9C5D-5F00FA96730F}"/>
          </ac:spMkLst>
        </pc:spChg>
        <pc:spChg chg="add mod">
          <ac:chgData name="Danielius Sukys" userId="070ca283-c94c-4a21-a78f-907189c2ef21" providerId="ADAL" clId="{4AE87F9D-70FF-5B4A-9125-74EDCCACAC71}" dt="2025-10-23T10:52:56.576" v="10110" actId="1076"/>
          <ac:spMkLst>
            <pc:docMk/>
            <pc:sldMk cId="1876922803" sldId="291"/>
            <ac:spMk id="27" creationId="{F878D59F-FF68-6D8F-8B10-9D7DF103C03F}"/>
          </ac:spMkLst>
        </pc:spChg>
        <pc:grpChg chg="add mod">
          <ac:chgData name="Danielius Sukys" userId="070ca283-c94c-4a21-a78f-907189c2ef21" providerId="ADAL" clId="{4AE87F9D-70FF-5B4A-9125-74EDCCACAC71}" dt="2025-10-21T13:51:05.723" v="6966" actId="1076"/>
          <ac:grpSpMkLst>
            <pc:docMk/>
            <pc:sldMk cId="1876922803" sldId="291"/>
            <ac:grpSpMk id="28" creationId="{D3720333-3338-C621-01D9-5A0AB0DDFF8A}"/>
          </ac:grpSpMkLst>
        </pc:grpChg>
        <pc:cxnChg chg="add">
          <ac:chgData name="Danielius Sukys" userId="070ca283-c94c-4a21-a78f-907189c2ef21" providerId="ADAL" clId="{4AE87F9D-70FF-5B4A-9125-74EDCCACAC71}" dt="2025-10-21T13:43:02.814" v="6885" actId="11529"/>
          <ac:cxnSpMkLst>
            <pc:docMk/>
            <pc:sldMk cId="1876922803" sldId="291"/>
            <ac:cxnSpMk id="5" creationId="{6A5AF5ED-F8A8-6154-F2CC-5AE8B1195B88}"/>
          </ac:cxnSpMkLst>
        </pc:cxnChg>
        <pc:cxnChg chg="add mod">
          <ac:chgData name="Danielius Sukys" userId="070ca283-c94c-4a21-a78f-907189c2ef21" providerId="ADAL" clId="{4AE87F9D-70FF-5B4A-9125-74EDCCACAC71}" dt="2025-10-21T13:43:18.746" v="6888" actId="14100"/>
          <ac:cxnSpMkLst>
            <pc:docMk/>
            <pc:sldMk cId="1876922803" sldId="291"/>
            <ac:cxnSpMk id="6" creationId="{462C1E6D-4187-515C-1B55-6C696C974132}"/>
          </ac:cxnSpMkLst>
        </pc:cxnChg>
        <pc:cxnChg chg="add mod">
          <ac:chgData name="Danielius Sukys" userId="070ca283-c94c-4a21-a78f-907189c2ef21" providerId="ADAL" clId="{4AE87F9D-70FF-5B4A-9125-74EDCCACAC71}" dt="2025-10-21T13:48:29.750" v="6944" actId="164"/>
          <ac:cxnSpMkLst>
            <pc:docMk/>
            <pc:sldMk cId="1876922803" sldId="291"/>
            <ac:cxnSpMk id="16" creationId="{5DC0166D-1353-0EE0-B97D-DD2336C50ACF}"/>
          </ac:cxnSpMkLst>
        </pc:cxnChg>
        <pc:cxnChg chg="add mod">
          <ac:chgData name="Danielius Sukys" userId="070ca283-c94c-4a21-a78f-907189c2ef21" providerId="ADAL" clId="{4AE87F9D-70FF-5B4A-9125-74EDCCACAC71}" dt="2025-10-21T13:45:56.637" v="6912" actId="692"/>
          <ac:cxnSpMkLst>
            <pc:docMk/>
            <pc:sldMk cId="1876922803" sldId="291"/>
            <ac:cxnSpMk id="18" creationId="{ABDD39C7-A219-60A1-BB8B-FADBFA6063B3}"/>
          </ac:cxnSpMkLst>
        </pc:cxnChg>
        <pc:cxnChg chg="add mod">
          <ac:chgData name="Danielius Sukys" userId="070ca283-c94c-4a21-a78f-907189c2ef21" providerId="ADAL" clId="{4AE87F9D-70FF-5B4A-9125-74EDCCACAC71}" dt="2025-10-23T10:53:35.217" v="10119" actId="14100"/>
          <ac:cxnSpMkLst>
            <pc:docMk/>
            <pc:sldMk cId="1876922803" sldId="291"/>
            <ac:cxnSpMk id="22" creationId="{1CCF8B96-4572-0A3B-38B9-3FB898AD0976}"/>
          </ac:cxnSpMkLst>
        </pc:cxnChg>
        <pc:cxnChg chg="add mod">
          <ac:chgData name="Danielius Sukys" userId="070ca283-c94c-4a21-a78f-907189c2ef21" providerId="ADAL" clId="{4AE87F9D-70FF-5B4A-9125-74EDCCACAC71}" dt="2025-10-23T10:53:21.001" v="10118" actId="14100"/>
          <ac:cxnSpMkLst>
            <pc:docMk/>
            <pc:sldMk cId="1876922803" sldId="291"/>
            <ac:cxnSpMk id="24" creationId="{A367594F-63B6-738C-1FDC-FE3E04F5D5D1}"/>
          </ac:cxnSpMkLst>
        </pc:cxnChg>
      </pc:sldChg>
      <pc:sldChg chg="modSp new mod">
        <pc:chgData name="Danielius Sukys" userId="070ca283-c94c-4a21-a78f-907189c2ef21" providerId="ADAL" clId="{4AE87F9D-70FF-5B4A-9125-74EDCCACAC71}" dt="2025-10-22T09:39:17.734" v="9243" actId="20577"/>
        <pc:sldMkLst>
          <pc:docMk/>
          <pc:sldMk cId="3731931798" sldId="292"/>
        </pc:sldMkLst>
        <pc:spChg chg="mod">
          <ac:chgData name="Danielius Sukys" userId="070ca283-c94c-4a21-a78f-907189c2ef21" providerId="ADAL" clId="{4AE87F9D-70FF-5B4A-9125-74EDCCACAC71}" dt="2025-10-21T15:05:01.761" v="7003"/>
          <ac:spMkLst>
            <pc:docMk/>
            <pc:sldMk cId="3731931798" sldId="292"/>
            <ac:spMk id="2" creationId="{0DDFACCB-66A1-6F80-8DF2-22AB3696C50B}"/>
          </ac:spMkLst>
        </pc:spChg>
        <pc:spChg chg="mod">
          <ac:chgData name="Danielius Sukys" userId="070ca283-c94c-4a21-a78f-907189c2ef21" providerId="ADAL" clId="{4AE87F9D-70FF-5B4A-9125-74EDCCACAC71}" dt="2025-10-22T09:39:17.734" v="9243" actId="20577"/>
          <ac:spMkLst>
            <pc:docMk/>
            <pc:sldMk cId="3731931798" sldId="292"/>
            <ac:spMk id="3" creationId="{5B2836E8-74BA-0927-0953-A6073E86ADA7}"/>
          </ac:spMkLst>
        </pc:spChg>
      </pc:sldChg>
      <pc:sldChg chg="modSp new mod">
        <pc:chgData name="Danielius Sukys" userId="070ca283-c94c-4a21-a78f-907189c2ef21" providerId="ADAL" clId="{4AE87F9D-70FF-5B4A-9125-74EDCCACAC71}" dt="2025-10-29T09:16:42.911" v="10847" actId="20577"/>
        <pc:sldMkLst>
          <pc:docMk/>
          <pc:sldMk cId="2408224424" sldId="293"/>
        </pc:sldMkLst>
        <pc:spChg chg="mod">
          <ac:chgData name="Danielius Sukys" userId="070ca283-c94c-4a21-a78f-907189c2ef21" providerId="ADAL" clId="{4AE87F9D-70FF-5B4A-9125-74EDCCACAC71}" dt="2025-10-21T15:11:37.038" v="7274"/>
          <ac:spMkLst>
            <pc:docMk/>
            <pc:sldMk cId="2408224424" sldId="293"/>
            <ac:spMk id="2" creationId="{8EE584DA-7412-CD2E-F0AA-44F6462C5BB6}"/>
          </ac:spMkLst>
        </pc:spChg>
        <pc:spChg chg="mod">
          <ac:chgData name="Danielius Sukys" userId="070ca283-c94c-4a21-a78f-907189c2ef21" providerId="ADAL" clId="{4AE87F9D-70FF-5B4A-9125-74EDCCACAC71}" dt="2025-10-29T09:16:42.911" v="10847" actId="20577"/>
          <ac:spMkLst>
            <pc:docMk/>
            <pc:sldMk cId="2408224424" sldId="293"/>
            <ac:spMk id="3" creationId="{43B08DBB-DF97-6B1D-ECC1-14B3E7731BE8}"/>
          </ac:spMkLst>
        </pc:spChg>
      </pc:sldChg>
      <pc:sldChg chg="modSp add mod">
        <pc:chgData name="Danielius Sukys" userId="070ca283-c94c-4a21-a78f-907189c2ef21" providerId="ADAL" clId="{4AE87F9D-70FF-5B4A-9125-74EDCCACAC71}" dt="2025-10-21T15:30:58.692" v="8322" actId="20577"/>
        <pc:sldMkLst>
          <pc:docMk/>
          <pc:sldMk cId="2047576673" sldId="294"/>
        </pc:sldMkLst>
        <pc:spChg chg="mod">
          <ac:chgData name="Danielius Sukys" userId="070ca283-c94c-4a21-a78f-907189c2ef21" providerId="ADAL" clId="{4AE87F9D-70FF-5B4A-9125-74EDCCACAC71}" dt="2025-10-21T15:30:58.692" v="8322" actId="20577"/>
          <ac:spMkLst>
            <pc:docMk/>
            <pc:sldMk cId="2047576673" sldId="294"/>
            <ac:spMk id="3" creationId="{1F4026F8-21E4-6A26-9596-DD98761E4B4D}"/>
          </ac:spMkLst>
        </pc:spChg>
      </pc:sldChg>
      <pc:sldChg chg="modSp new mod">
        <pc:chgData name="Danielius Sukys" userId="070ca283-c94c-4a21-a78f-907189c2ef21" providerId="ADAL" clId="{4AE87F9D-70FF-5B4A-9125-74EDCCACAC71}" dt="2025-10-22T11:18:14.838" v="9496" actId="20577"/>
        <pc:sldMkLst>
          <pc:docMk/>
          <pc:sldMk cId="2890536808" sldId="295"/>
        </pc:sldMkLst>
      </pc:sldChg>
      <pc:sldChg chg="addSp delSp modSp new mod">
        <pc:chgData name="Danielius Sukys" userId="070ca283-c94c-4a21-a78f-907189c2ef21" providerId="ADAL" clId="{4AE87F9D-70FF-5B4A-9125-74EDCCACAC71}" dt="2025-10-30T12:55:42.076" v="12177" actId="478"/>
        <pc:sldMkLst>
          <pc:docMk/>
          <pc:sldMk cId="1283285981" sldId="296"/>
        </pc:sldMkLst>
        <pc:spChg chg="add mod">
          <ac:chgData name="Danielius Sukys" userId="070ca283-c94c-4a21-a78f-907189c2ef21" providerId="ADAL" clId="{4AE87F9D-70FF-5B4A-9125-74EDCCACAC71}" dt="2025-10-22T15:30:39.118" v="9864" actId="1076"/>
          <ac:spMkLst>
            <pc:docMk/>
            <pc:sldMk cId="1283285981" sldId="296"/>
            <ac:spMk id="6" creationId="{DA9D8A59-5C05-65B2-CFEA-E9472843B43D}"/>
          </ac:spMkLst>
        </pc:spChg>
        <pc:spChg chg="add mod">
          <ac:chgData name="Danielius Sukys" userId="070ca283-c94c-4a21-a78f-907189c2ef21" providerId="ADAL" clId="{4AE87F9D-70FF-5B4A-9125-74EDCCACAC71}" dt="2025-10-22T15:30:56.389" v="9867" actId="1076"/>
          <ac:spMkLst>
            <pc:docMk/>
            <pc:sldMk cId="1283285981" sldId="296"/>
            <ac:spMk id="7" creationId="{986F5BD7-90F8-7995-8F6D-AC1C595C69C5}"/>
          </ac:spMkLst>
        </pc:spChg>
        <pc:spChg chg="add mod">
          <ac:chgData name="Danielius Sukys" userId="070ca283-c94c-4a21-a78f-907189c2ef21" providerId="ADAL" clId="{4AE87F9D-70FF-5B4A-9125-74EDCCACAC71}" dt="2025-10-22T15:31:00.222" v="9868" actId="1076"/>
          <ac:spMkLst>
            <pc:docMk/>
            <pc:sldMk cId="1283285981" sldId="296"/>
            <ac:spMk id="8" creationId="{CF763E23-ED7F-87C8-04B0-1A678D76032C}"/>
          </ac:spMkLst>
        </pc:spChg>
        <pc:spChg chg="add mod">
          <ac:chgData name="Danielius Sukys" userId="070ca283-c94c-4a21-a78f-907189c2ef21" providerId="ADAL" clId="{4AE87F9D-70FF-5B4A-9125-74EDCCACAC71}" dt="2025-10-22T15:31:04.103" v="9869" actId="1076"/>
          <ac:spMkLst>
            <pc:docMk/>
            <pc:sldMk cId="1283285981" sldId="296"/>
            <ac:spMk id="9" creationId="{520062A1-62E9-D17F-B1F1-311780AA82B5}"/>
          </ac:spMkLst>
        </pc:spChg>
        <pc:spChg chg="add mod">
          <ac:chgData name="Danielius Sukys" userId="070ca283-c94c-4a21-a78f-907189c2ef21" providerId="ADAL" clId="{4AE87F9D-70FF-5B4A-9125-74EDCCACAC71}" dt="2025-10-28T10:36:46.300" v="10134" actId="20577"/>
          <ac:spMkLst>
            <pc:docMk/>
            <pc:sldMk cId="1283285981" sldId="296"/>
            <ac:spMk id="10" creationId="{91032924-928C-C1DF-7365-3F233063C2C5}"/>
          </ac:spMkLst>
        </pc:spChg>
        <pc:spChg chg="add mod">
          <ac:chgData name="Danielius Sukys" userId="070ca283-c94c-4a21-a78f-907189c2ef21" providerId="ADAL" clId="{4AE87F9D-70FF-5B4A-9125-74EDCCACAC71}" dt="2025-10-28T10:36:40.785" v="10132" actId="255"/>
          <ac:spMkLst>
            <pc:docMk/>
            <pc:sldMk cId="1283285981" sldId="296"/>
            <ac:spMk id="11" creationId="{1D85567A-269C-9A6D-B7B1-86B5C65DBA91}"/>
          </ac:spMkLst>
        </pc:spChg>
        <pc:spChg chg="add mod">
          <ac:chgData name="Danielius Sukys" userId="070ca283-c94c-4a21-a78f-907189c2ef21" providerId="ADAL" clId="{4AE87F9D-70FF-5B4A-9125-74EDCCACAC71}" dt="2025-10-22T15:31:53.190" v="9873" actId="1076"/>
          <ac:spMkLst>
            <pc:docMk/>
            <pc:sldMk cId="1283285981" sldId="296"/>
            <ac:spMk id="26" creationId="{7790A299-BEB5-82E7-FADA-5478F91C67CA}"/>
          </ac:spMkLst>
        </pc:spChg>
        <pc:spChg chg="add mod">
          <ac:chgData name="Danielius Sukys" userId="070ca283-c94c-4a21-a78f-907189c2ef21" providerId="ADAL" clId="{4AE87F9D-70FF-5B4A-9125-74EDCCACAC71}" dt="2025-10-22T15:34:19.173" v="9908" actId="1076"/>
          <ac:spMkLst>
            <pc:docMk/>
            <pc:sldMk cId="1283285981" sldId="296"/>
            <ac:spMk id="49" creationId="{EFC41F54-2D15-1C96-1C7E-9AF807F58D37}"/>
          </ac:spMkLst>
        </pc:spChg>
        <pc:spChg chg="add mod">
          <ac:chgData name="Danielius Sukys" userId="070ca283-c94c-4a21-a78f-907189c2ef21" providerId="ADAL" clId="{4AE87F9D-70FF-5B4A-9125-74EDCCACAC71}" dt="2025-10-28T10:36:50.579" v="10138" actId="20577"/>
          <ac:spMkLst>
            <pc:docMk/>
            <pc:sldMk cId="1283285981" sldId="296"/>
            <ac:spMk id="50" creationId="{69A97C4F-CFC0-4447-43A2-0792664FB2EB}"/>
          </ac:spMkLst>
        </pc:spChg>
        <pc:spChg chg="add mod">
          <ac:chgData name="Danielius Sukys" userId="070ca283-c94c-4a21-a78f-907189c2ef21" providerId="ADAL" clId="{4AE87F9D-70FF-5B4A-9125-74EDCCACAC71}" dt="2025-10-22T15:34:10.758" v="9907" actId="20577"/>
          <ac:spMkLst>
            <pc:docMk/>
            <pc:sldMk cId="1283285981" sldId="296"/>
            <ac:spMk id="51" creationId="{FB1E1528-642F-BF84-EBA4-76C7A00C43FD}"/>
          </ac:spMkLst>
        </pc:spChg>
        <pc:picChg chg="add mod">
          <ac:chgData name="Danielius Sukys" userId="070ca283-c94c-4a21-a78f-907189c2ef21" providerId="ADAL" clId="{4AE87F9D-70FF-5B4A-9125-74EDCCACAC71}" dt="2025-10-28T10:45:49.161" v="10148" actId="1076"/>
          <ac:picMkLst>
            <pc:docMk/>
            <pc:sldMk cId="1283285981" sldId="296"/>
            <ac:picMk id="54" creationId="{0867C3AB-1AD0-385D-7B8E-82DAAE4BA4FA}"/>
          </ac:picMkLst>
        </pc:picChg>
        <pc:cxnChg chg="add mod">
          <ac:chgData name="Danielius Sukys" userId="070ca283-c94c-4a21-a78f-907189c2ef21" providerId="ADAL" clId="{4AE87F9D-70FF-5B4A-9125-74EDCCACAC71}" dt="2025-10-22T15:30:56.389" v="9867" actId="1076"/>
          <ac:cxnSpMkLst>
            <pc:docMk/>
            <pc:sldMk cId="1283285981" sldId="296"/>
            <ac:cxnSpMk id="13" creationId="{704862EE-9D91-BF30-0CD7-94FD1A964796}"/>
          </ac:cxnSpMkLst>
        </pc:cxnChg>
        <pc:cxnChg chg="add mod">
          <ac:chgData name="Danielius Sukys" userId="070ca283-c94c-4a21-a78f-907189c2ef21" providerId="ADAL" clId="{4AE87F9D-70FF-5B4A-9125-74EDCCACAC71}" dt="2025-10-22T15:31:00.222" v="9868" actId="1076"/>
          <ac:cxnSpMkLst>
            <pc:docMk/>
            <pc:sldMk cId="1283285981" sldId="296"/>
            <ac:cxnSpMk id="14" creationId="{B6A7904E-3DFD-306C-2FCF-DE93CC184800}"/>
          </ac:cxnSpMkLst>
        </pc:cxnChg>
        <pc:cxnChg chg="add mod">
          <ac:chgData name="Danielius Sukys" userId="070ca283-c94c-4a21-a78f-907189c2ef21" providerId="ADAL" clId="{4AE87F9D-70FF-5B4A-9125-74EDCCACAC71}" dt="2025-10-22T15:31:04.103" v="9869" actId="1076"/>
          <ac:cxnSpMkLst>
            <pc:docMk/>
            <pc:sldMk cId="1283285981" sldId="296"/>
            <ac:cxnSpMk id="17" creationId="{15EC58B8-FCC5-4AF7-CCF2-45A9507C9FA3}"/>
          </ac:cxnSpMkLst>
        </pc:cxnChg>
        <pc:cxnChg chg="add mod">
          <ac:chgData name="Danielius Sukys" userId="070ca283-c94c-4a21-a78f-907189c2ef21" providerId="ADAL" clId="{4AE87F9D-70FF-5B4A-9125-74EDCCACAC71}" dt="2025-10-22T15:31:11.078" v="9871" actId="1076"/>
          <ac:cxnSpMkLst>
            <pc:docMk/>
            <pc:sldMk cId="1283285981" sldId="296"/>
            <ac:cxnSpMk id="18" creationId="{C0342CEF-0A94-424A-D9CC-09D942EE857A}"/>
          </ac:cxnSpMkLst>
        </pc:cxnChg>
        <pc:cxnChg chg="add mod">
          <ac:chgData name="Danielius Sukys" userId="070ca283-c94c-4a21-a78f-907189c2ef21" providerId="ADAL" clId="{4AE87F9D-70FF-5B4A-9125-74EDCCACAC71}" dt="2025-10-22T15:31:14.509" v="9872" actId="1076"/>
          <ac:cxnSpMkLst>
            <pc:docMk/>
            <pc:sldMk cId="1283285981" sldId="296"/>
            <ac:cxnSpMk id="19" creationId="{10AE61A3-D890-A931-E0AF-A0056BC214D3}"/>
          </ac:cxnSpMkLst>
        </pc:cxnChg>
      </pc:sldChg>
      <pc:sldChg chg="addSp delSp modSp add del mod">
        <pc:chgData name="Danielius Sukys" userId="070ca283-c94c-4a21-a78f-907189c2ef21" providerId="ADAL" clId="{4AE87F9D-70FF-5B4A-9125-74EDCCACAC71}" dt="2025-10-28T10:37:29.951" v="10140" actId="2696"/>
        <pc:sldMkLst>
          <pc:docMk/>
          <pc:sldMk cId="3697922915" sldId="297"/>
        </pc:sldMkLst>
      </pc:sldChg>
      <pc:sldChg chg="add del">
        <pc:chgData name="Danielius Sukys" userId="070ca283-c94c-4a21-a78f-907189c2ef21" providerId="ADAL" clId="{4AE87F9D-70FF-5B4A-9125-74EDCCACAC71}" dt="2025-10-22T15:53:49.570" v="9919" actId="2696"/>
        <pc:sldMkLst>
          <pc:docMk/>
          <pc:sldMk cId="3752305706" sldId="297"/>
        </pc:sldMkLst>
      </pc:sldChg>
      <pc:sldChg chg="addSp delSp modSp add del mod modShow">
        <pc:chgData name="Danielius Sukys" userId="070ca283-c94c-4a21-a78f-907189c2ef21" providerId="ADAL" clId="{4AE87F9D-70FF-5B4A-9125-74EDCCACAC71}" dt="2025-10-28T11:03:53.280" v="10389" actId="729"/>
        <pc:sldMkLst>
          <pc:docMk/>
          <pc:sldMk cId="3069639343" sldId="298"/>
        </pc:sldMkLst>
      </pc:sldChg>
      <pc:sldChg chg="addSp delSp modSp add del mod modShow">
        <pc:chgData name="Danielius Sukys" userId="070ca283-c94c-4a21-a78f-907189c2ef21" providerId="ADAL" clId="{4AE87F9D-70FF-5B4A-9125-74EDCCACAC71}" dt="2025-10-28T11:03:55.948" v="10390" actId="729"/>
        <pc:sldMkLst>
          <pc:docMk/>
          <pc:sldMk cId="1121863539" sldId="299"/>
        </pc:sldMkLst>
      </pc:sldChg>
      <pc:sldChg chg="addSp delSp modSp add mod modShow">
        <pc:chgData name="Danielius Sukys" userId="070ca283-c94c-4a21-a78f-907189c2ef21" providerId="ADAL" clId="{4AE87F9D-70FF-5B4A-9125-74EDCCACAC71}" dt="2025-10-28T11:03:57.530" v="10391" actId="729"/>
        <pc:sldMkLst>
          <pc:docMk/>
          <pc:sldMk cId="4117305868" sldId="300"/>
        </pc:sldMkLst>
      </pc:sldChg>
      <pc:sldChg chg="addSp delSp modSp add mod modShow">
        <pc:chgData name="Danielius Sukys" userId="070ca283-c94c-4a21-a78f-907189c2ef21" providerId="ADAL" clId="{4AE87F9D-70FF-5B4A-9125-74EDCCACAC71}" dt="2025-10-28T11:04:01.012" v="10392" actId="729"/>
        <pc:sldMkLst>
          <pc:docMk/>
          <pc:sldMk cId="87505033" sldId="301"/>
        </pc:sldMkLst>
      </pc:sldChg>
      <pc:sldChg chg="addSp delSp modSp add mod">
        <pc:chgData name="Danielius Sukys" userId="070ca283-c94c-4a21-a78f-907189c2ef21" providerId="ADAL" clId="{4AE87F9D-70FF-5B4A-9125-74EDCCACAC71}" dt="2025-10-30T12:55:39.984" v="12176" actId="478"/>
        <pc:sldMkLst>
          <pc:docMk/>
          <pc:sldMk cId="763963933" sldId="302"/>
        </pc:sldMkLst>
        <pc:picChg chg="add mod">
          <ac:chgData name="Danielius Sukys" userId="070ca283-c94c-4a21-a78f-907189c2ef21" providerId="ADAL" clId="{4AE87F9D-70FF-5B4A-9125-74EDCCACAC71}" dt="2025-10-28T10:47:06.904" v="10155" actId="1076"/>
          <ac:picMkLst>
            <pc:docMk/>
            <pc:sldMk cId="763963933" sldId="302"/>
            <ac:picMk id="2" creationId="{086E975F-DFF8-3CC9-71D7-0828C87004CB}"/>
          </ac:picMkLst>
        </pc:picChg>
      </pc:sldChg>
      <pc:sldChg chg="addSp delSp modSp add mod">
        <pc:chgData name="Danielius Sukys" userId="070ca283-c94c-4a21-a78f-907189c2ef21" providerId="ADAL" clId="{4AE87F9D-70FF-5B4A-9125-74EDCCACAC71}" dt="2025-10-31T11:48:39.866" v="14111" actId="20577"/>
        <pc:sldMkLst>
          <pc:docMk/>
          <pc:sldMk cId="2714493566" sldId="303"/>
        </pc:sldMkLst>
        <pc:spChg chg="add mod">
          <ac:chgData name="Danielius Sukys" userId="070ca283-c94c-4a21-a78f-907189c2ef21" providerId="ADAL" clId="{4AE87F9D-70FF-5B4A-9125-74EDCCACAC71}" dt="2025-10-28T10:56:12.224" v="10316" actId="1076"/>
          <ac:spMkLst>
            <pc:docMk/>
            <pc:sldMk cId="2714493566" sldId="303"/>
            <ac:spMk id="4" creationId="{8FA7A797-64F2-D555-05D9-0A5470C99AA7}"/>
          </ac:spMkLst>
        </pc:spChg>
        <pc:spChg chg="add mod">
          <ac:chgData name="Danielius Sukys" userId="070ca283-c94c-4a21-a78f-907189c2ef21" providerId="ADAL" clId="{4AE87F9D-70FF-5B4A-9125-74EDCCACAC71}" dt="2025-10-28T10:53:28.881" v="10202" actId="14100"/>
          <ac:spMkLst>
            <pc:docMk/>
            <pc:sldMk cId="2714493566" sldId="303"/>
            <ac:spMk id="5" creationId="{E50C9335-E4FB-CCED-534B-D28AF8619469}"/>
          </ac:spMkLst>
        </pc:spChg>
        <pc:spChg chg="add del mod">
          <ac:chgData name="Danielius Sukys" userId="070ca283-c94c-4a21-a78f-907189c2ef21" providerId="ADAL" clId="{4AE87F9D-70FF-5B4A-9125-74EDCCACAC71}" dt="2025-10-31T11:48:15.471" v="14066" actId="20577"/>
          <ac:spMkLst>
            <pc:docMk/>
            <pc:sldMk cId="2714493566" sldId="303"/>
            <ac:spMk id="12" creationId="{8EF646D6-2743-DA2A-B8DC-01E61AF7E6ED}"/>
          </ac:spMkLst>
        </pc:spChg>
        <pc:spChg chg="add mod">
          <ac:chgData name="Danielius Sukys" userId="070ca283-c94c-4a21-a78f-907189c2ef21" providerId="ADAL" clId="{4AE87F9D-70FF-5B4A-9125-74EDCCACAC71}" dt="2025-10-28T10:55:15.901" v="10290" actId="1076"/>
          <ac:spMkLst>
            <pc:docMk/>
            <pc:sldMk cId="2714493566" sldId="303"/>
            <ac:spMk id="15" creationId="{F9585001-8E38-C222-DE6B-85E45768041E}"/>
          </ac:spMkLst>
        </pc:spChg>
        <pc:spChg chg="add mod">
          <ac:chgData name="Danielius Sukys" userId="070ca283-c94c-4a21-a78f-907189c2ef21" providerId="ADAL" clId="{4AE87F9D-70FF-5B4A-9125-74EDCCACAC71}" dt="2025-10-28T10:55:34.230" v="10292" actId="1076"/>
          <ac:spMkLst>
            <pc:docMk/>
            <pc:sldMk cId="2714493566" sldId="303"/>
            <ac:spMk id="16" creationId="{0F0C567C-E88F-2045-281B-50B71D180078}"/>
          </ac:spMkLst>
        </pc:spChg>
        <pc:spChg chg="add mod">
          <ac:chgData name="Danielius Sukys" userId="070ca283-c94c-4a21-a78f-907189c2ef21" providerId="ADAL" clId="{4AE87F9D-70FF-5B4A-9125-74EDCCACAC71}" dt="2025-10-31T11:48:39.866" v="14111" actId="20577"/>
          <ac:spMkLst>
            <pc:docMk/>
            <pc:sldMk cId="2714493566" sldId="303"/>
            <ac:spMk id="20" creationId="{605D8FC8-D1ED-E240-48DE-0CC03A840ED2}"/>
          </ac:spMkLst>
        </pc:spChg>
        <pc:spChg chg="add mod">
          <ac:chgData name="Danielius Sukys" userId="070ca283-c94c-4a21-a78f-907189c2ef21" providerId="ADAL" clId="{4AE87F9D-70FF-5B4A-9125-74EDCCACAC71}" dt="2025-10-28T10:55:57.809" v="10315" actId="20577"/>
          <ac:spMkLst>
            <pc:docMk/>
            <pc:sldMk cId="2714493566" sldId="303"/>
            <ac:spMk id="21" creationId="{01F6F1C8-3C82-7BFE-AACB-2ABAD6390399}"/>
          </ac:spMkLst>
        </pc:spChg>
        <pc:spChg chg="add mod">
          <ac:chgData name="Danielius Sukys" userId="070ca283-c94c-4a21-a78f-907189c2ef21" providerId="ADAL" clId="{4AE87F9D-70FF-5B4A-9125-74EDCCACAC71}" dt="2025-10-28T10:57:37.445" v="10368" actId="207"/>
          <ac:spMkLst>
            <pc:docMk/>
            <pc:sldMk cId="2714493566" sldId="303"/>
            <ac:spMk id="22" creationId="{C475B568-078E-9CA8-FF64-1ACF218B849D}"/>
          </ac:spMkLst>
        </pc:spChg>
      </pc:sldChg>
      <pc:sldChg chg="addSp delSp modSp add mod ord">
        <pc:chgData name="Danielius Sukys" userId="070ca283-c94c-4a21-a78f-907189c2ef21" providerId="ADAL" clId="{4AE87F9D-70FF-5B4A-9125-74EDCCACAC71}" dt="2025-10-28T11:00:14.584" v="10376" actId="1076"/>
        <pc:sldMkLst>
          <pc:docMk/>
          <pc:sldMk cId="3827385571" sldId="304"/>
        </pc:sldMkLst>
        <pc:picChg chg="add mod">
          <ac:chgData name="Danielius Sukys" userId="070ca283-c94c-4a21-a78f-907189c2ef21" providerId="ADAL" clId="{4AE87F9D-70FF-5B4A-9125-74EDCCACAC71}" dt="2025-10-28T11:00:14.584" v="10376" actId="1076"/>
          <ac:picMkLst>
            <pc:docMk/>
            <pc:sldMk cId="3827385571" sldId="304"/>
            <ac:picMk id="3" creationId="{A670F627-2AA9-BC78-D674-90B326739853}"/>
          </ac:picMkLst>
        </pc:picChg>
      </pc:sldChg>
      <pc:sldChg chg="addSp delSp modSp add mod">
        <pc:chgData name="Danielius Sukys" userId="070ca283-c94c-4a21-a78f-907189c2ef21" providerId="ADAL" clId="{4AE87F9D-70FF-5B4A-9125-74EDCCACAC71}" dt="2025-10-28T11:01:38.072" v="10382" actId="1076"/>
        <pc:sldMkLst>
          <pc:docMk/>
          <pc:sldMk cId="3244097692" sldId="305"/>
        </pc:sldMkLst>
        <pc:picChg chg="add mod">
          <ac:chgData name="Danielius Sukys" userId="070ca283-c94c-4a21-a78f-907189c2ef21" providerId="ADAL" clId="{4AE87F9D-70FF-5B4A-9125-74EDCCACAC71}" dt="2025-10-28T11:01:38.072" v="10382" actId="1076"/>
          <ac:picMkLst>
            <pc:docMk/>
            <pc:sldMk cId="3244097692" sldId="305"/>
            <ac:picMk id="2" creationId="{2DE3337C-37DC-3727-7FBB-0D9056F7EF5C}"/>
          </ac:picMkLst>
        </pc:picChg>
      </pc:sldChg>
      <pc:sldChg chg="addSp delSp modSp add mod">
        <pc:chgData name="Danielius Sukys" userId="070ca283-c94c-4a21-a78f-907189c2ef21" providerId="ADAL" clId="{4AE87F9D-70FF-5B4A-9125-74EDCCACAC71}" dt="2025-10-28T11:02:21.261" v="10388" actId="1076"/>
        <pc:sldMkLst>
          <pc:docMk/>
          <pc:sldMk cId="1896241919" sldId="306"/>
        </pc:sldMkLst>
        <pc:picChg chg="add mod">
          <ac:chgData name="Danielius Sukys" userId="070ca283-c94c-4a21-a78f-907189c2ef21" providerId="ADAL" clId="{4AE87F9D-70FF-5B4A-9125-74EDCCACAC71}" dt="2025-10-28T11:02:21.261" v="10388" actId="1076"/>
          <ac:picMkLst>
            <pc:docMk/>
            <pc:sldMk cId="1896241919" sldId="306"/>
            <ac:picMk id="3" creationId="{BDC4D1DE-0F08-6A50-6AEB-849024530026}"/>
          </ac:picMkLst>
        </pc:picChg>
      </pc:sldChg>
      <pc:sldChg chg="addSp delSp modSp add mod">
        <pc:chgData name="Danielius Sukys" userId="070ca283-c94c-4a21-a78f-907189c2ef21" providerId="ADAL" clId="{4AE87F9D-70FF-5B4A-9125-74EDCCACAC71}" dt="2025-10-29T09:28:44.971" v="11156" actId="14100"/>
        <pc:sldMkLst>
          <pc:docMk/>
          <pc:sldMk cId="1482391530" sldId="307"/>
        </pc:sldMkLst>
        <pc:spChg chg="mod">
          <ac:chgData name="Danielius Sukys" userId="070ca283-c94c-4a21-a78f-907189c2ef21" providerId="ADAL" clId="{4AE87F9D-70FF-5B4A-9125-74EDCCACAC71}" dt="2025-10-29T09:27:52.519" v="11072" actId="20577"/>
          <ac:spMkLst>
            <pc:docMk/>
            <pc:sldMk cId="1482391530" sldId="307"/>
            <ac:spMk id="2" creationId="{7F4F95B9-0EB9-166E-5DAD-A9CA2EF545E8}"/>
          </ac:spMkLst>
        </pc:spChg>
        <pc:spChg chg="add mod">
          <ac:chgData name="Danielius Sukys" userId="070ca283-c94c-4a21-a78f-907189c2ef21" providerId="ADAL" clId="{4AE87F9D-70FF-5B4A-9125-74EDCCACAC71}" dt="2025-10-29T09:28:35.715" v="11152" actId="1076"/>
          <ac:spMkLst>
            <pc:docMk/>
            <pc:sldMk cId="1482391530" sldId="307"/>
            <ac:spMk id="3" creationId="{19D36E05-7777-3EC1-73B8-2105DF2319D3}"/>
          </ac:spMkLst>
        </pc:spChg>
        <pc:cxnChg chg="add mod">
          <ac:chgData name="Danielius Sukys" userId="070ca283-c94c-4a21-a78f-907189c2ef21" providerId="ADAL" clId="{4AE87F9D-70FF-5B4A-9125-74EDCCACAC71}" dt="2025-10-29T09:28:44.971" v="11156" actId="14100"/>
          <ac:cxnSpMkLst>
            <pc:docMk/>
            <pc:sldMk cId="1482391530" sldId="307"/>
            <ac:cxnSpMk id="7" creationId="{FB960927-519C-43E4-246F-7B20FF47E70B}"/>
          </ac:cxnSpMkLst>
        </pc:cxnChg>
      </pc:sldChg>
      <pc:sldChg chg="addSp delSp modSp new mod">
        <pc:chgData name="Danielius Sukys" userId="070ca283-c94c-4a21-a78f-907189c2ef21" providerId="ADAL" clId="{4AE87F9D-70FF-5B4A-9125-74EDCCACAC71}" dt="2025-10-29T10:01:02.788" v="11785" actId="1076"/>
        <pc:sldMkLst>
          <pc:docMk/>
          <pc:sldMk cId="1153349640" sldId="308"/>
        </pc:sldMkLst>
        <pc:spChg chg="mod">
          <ac:chgData name="Danielius Sukys" userId="070ca283-c94c-4a21-a78f-907189c2ef21" providerId="ADAL" clId="{4AE87F9D-70FF-5B4A-9125-74EDCCACAC71}" dt="2025-10-29T09:30:17.979" v="11190" actId="1076"/>
          <ac:spMkLst>
            <pc:docMk/>
            <pc:sldMk cId="1153349640" sldId="308"/>
            <ac:spMk id="2" creationId="{C087D44D-A765-2909-564C-768EBBE04980}"/>
          </ac:spMkLst>
        </pc:spChg>
        <pc:spChg chg="add mod">
          <ac:chgData name="Danielius Sukys" userId="070ca283-c94c-4a21-a78f-907189c2ef21" providerId="ADAL" clId="{4AE87F9D-70FF-5B4A-9125-74EDCCACAC71}" dt="2025-10-29T09:30:24.564" v="11191" actId="1076"/>
          <ac:spMkLst>
            <pc:docMk/>
            <pc:sldMk cId="1153349640" sldId="308"/>
            <ac:spMk id="5" creationId="{FFFC13E0-456D-4D6D-A286-722E995E26DF}"/>
          </ac:spMkLst>
        </pc:spChg>
        <pc:spChg chg="add mod">
          <ac:chgData name="Danielius Sukys" userId="070ca283-c94c-4a21-a78f-907189c2ef21" providerId="ADAL" clId="{4AE87F9D-70FF-5B4A-9125-74EDCCACAC71}" dt="2025-10-29T09:40:43.629" v="11240" actId="1076"/>
          <ac:spMkLst>
            <pc:docMk/>
            <pc:sldMk cId="1153349640" sldId="308"/>
            <ac:spMk id="23" creationId="{20507D7E-29B5-EA07-186A-7B6735BD948A}"/>
          </ac:spMkLst>
        </pc:spChg>
        <pc:spChg chg="add mod">
          <ac:chgData name="Danielius Sukys" userId="070ca283-c94c-4a21-a78f-907189c2ef21" providerId="ADAL" clId="{4AE87F9D-70FF-5B4A-9125-74EDCCACAC71}" dt="2025-10-29T09:40:39.220" v="11239" actId="20577"/>
          <ac:spMkLst>
            <pc:docMk/>
            <pc:sldMk cId="1153349640" sldId="308"/>
            <ac:spMk id="24" creationId="{0B651EE6-0FF2-A5D4-F3D7-0B671985F43C}"/>
          </ac:spMkLst>
        </pc:spChg>
        <pc:spChg chg="add mod">
          <ac:chgData name="Danielius Sukys" userId="070ca283-c94c-4a21-a78f-907189c2ef21" providerId="ADAL" clId="{4AE87F9D-70FF-5B4A-9125-74EDCCACAC71}" dt="2025-10-29T09:51:07.324" v="11344" actId="207"/>
          <ac:spMkLst>
            <pc:docMk/>
            <pc:sldMk cId="1153349640" sldId="308"/>
            <ac:spMk id="28" creationId="{441E9747-2ECC-C524-57ED-283B2052DB8C}"/>
          </ac:spMkLst>
        </pc:spChg>
        <pc:spChg chg="add mod">
          <ac:chgData name="Danielius Sukys" userId="070ca283-c94c-4a21-a78f-907189c2ef21" providerId="ADAL" clId="{4AE87F9D-70FF-5B4A-9125-74EDCCACAC71}" dt="2025-10-29T09:49:46.152" v="11338" actId="688"/>
          <ac:spMkLst>
            <pc:docMk/>
            <pc:sldMk cId="1153349640" sldId="308"/>
            <ac:spMk id="29" creationId="{7C3A39C8-5A4E-FE1C-2138-66957793E0E0}"/>
          </ac:spMkLst>
        </pc:spChg>
        <pc:spChg chg="add mod">
          <ac:chgData name="Danielius Sukys" userId="070ca283-c94c-4a21-a78f-907189c2ef21" providerId="ADAL" clId="{4AE87F9D-70FF-5B4A-9125-74EDCCACAC71}" dt="2025-10-29T09:51:10.934" v="11345" actId="207"/>
          <ac:spMkLst>
            <pc:docMk/>
            <pc:sldMk cId="1153349640" sldId="308"/>
            <ac:spMk id="30" creationId="{94C29C32-F560-758D-7344-E175461264D7}"/>
          </ac:spMkLst>
        </pc:spChg>
        <pc:spChg chg="add mod">
          <ac:chgData name="Danielius Sukys" userId="070ca283-c94c-4a21-a78f-907189c2ef21" providerId="ADAL" clId="{4AE87F9D-70FF-5B4A-9125-74EDCCACAC71}" dt="2025-10-29T09:50:03.955" v="11342" actId="20577"/>
          <ac:spMkLst>
            <pc:docMk/>
            <pc:sldMk cId="1153349640" sldId="308"/>
            <ac:spMk id="31" creationId="{07444F6C-AC49-44C9-B166-C8329C7DD04E}"/>
          </ac:spMkLst>
        </pc:spChg>
        <pc:spChg chg="add mod">
          <ac:chgData name="Danielius Sukys" userId="070ca283-c94c-4a21-a78f-907189c2ef21" providerId="ADAL" clId="{4AE87F9D-70FF-5B4A-9125-74EDCCACAC71}" dt="2025-10-29T09:52:37.150" v="11352" actId="13822"/>
          <ac:spMkLst>
            <pc:docMk/>
            <pc:sldMk cId="1153349640" sldId="308"/>
            <ac:spMk id="32" creationId="{7769D0FF-80C0-A355-254F-813DDA5C10CF}"/>
          </ac:spMkLst>
        </pc:spChg>
        <pc:spChg chg="add mod">
          <ac:chgData name="Danielius Sukys" userId="070ca283-c94c-4a21-a78f-907189c2ef21" providerId="ADAL" clId="{4AE87F9D-70FF-5B4A-9125-74EDCCACAC71}" dt="2025-10-29T09:52:46.638" v="11354" actId="1076"/>
          <ac:spMkLst>
            <pc:docMk/>
            <pc:sldMk cId="1153349640" sldId="308"/>
            <ac:spMk id="33" creationId="{FC994249-DEA8-9133-8A06-353C19560D5C}"/>
          </ac:spMkLst>
        </pc:spChg>
        <pc:spChg chg="add mod">
          <ac:chgData name="Danielius Sukys" userId="070ca283-c94c-4a21-a78f-907189c2ef21" providerId="ADAL" clId="{4AE87F9D-70FF-5B4A-9125-74EDCCACAC71}" dt="2025-10-29T09:53:01.404" v="11358" actId="1076"/>
          <ac:spMkLst>
            <pc:docMk/>
            <pc:sldMk cId="1153349640" sldId="308"/>
            <ac:spMk id="35" creationId="{81EB2467-DE29-18FA-FB58-CBC64296EA02}"/>
          </ac:spMkLst>
        </pc:spChg>
        <pc:spChg chg="add mod">
          <ac:chgData name="Danielius Sukys" userId="070ca283-c94c-4a21-a78f-907189c2ef21" providerId="ADAL" clId="{4AE87F9D-70FF-5B4A-9125-74EDCCACAC71}" dt="2025-10-29T09:53:08.438" v="11360" actId="1076"/>
          <ac:spMkLst>
            <pc:docMk/>
            <pc:sldMk cId="1153349640" sldId="308"/>
            <ac:spMk id="36" creationId="{83ED6C32-C2BF-2684-3344-3AD8B716D840}"/>
          </ac:spMkLst>
        </pc:spChg>
        <pc:spChg chg="add mod">
          <ac:chgData name="Danielius Sukys" userId="070ca283-c94c-4a21-a78f-907189c2ef21" providerId="ADAL" clId="{4AE87F9D-70FF-5B4A-9125-74EDCCACAC71}" dt="2025-10-29T09:56:20.638" v="11589" actId="20577"/>
          <ac:spMkLst>
            <pc:docMk/>
            <pc:sldMk cId="1153349640" sldId="308"/>
            <ac:spMk id="37" creationId="{9383589B-26BF-41D9-2568-04E80BAC6651}"/>
          </ac:spMkLst>
        </pc:spChg>
        <pc:spChg chg="add mod">
          <ac:chgData name="Danielius Sukys" userId="070ca283-c94c-4a21-a78f-907189c2ef21" providerId="ADAL" clId="{4AE87F9D-70FF-5B4A-9125-74EDCCACAC71}" dt="2025-10-29T10:01:02.788" v="11785" actId="1076"/>
          <ac:spMkLst>
            <pc:docMk/>
            <pc:sldMk cId="1153349640" sldId="308"/>
            <ac:spMk id="38" creationId="{6B2EA349-7E1C-7577-1DE5-B4A1AC8ABEE9}"/>
          </ac:spMkLst>
        </pc:spChg>
        <pc:picChg chg="add mod">
          <ac:chgData name="Danielius Sukys" userId="070ca283-c94c-4a21-a78f-907189c2ef21" providerId="ADAL" clId="{4AE87F9D-70FF-5B4A-9125-74EDCCACAC71}" dt="2025-10-29T09:30:24.564" v="11191" actId="1076"/>
          <ac:picMkLst>
            <pc:docMk/>
            <pc:sldMk cId="1153349640" sldId="308"/>
            <ac:picMk id="4" creationId="{80D38C9B-3162-9D02-74D3-31B5B7BB0F66}"/>
          </ac:picMkLst>
        </pc:picChg>
        <pc:picChg chg="add mod">
          <ac:chgData name="Danielius Sukys" userId="070ca283-c94c-4a21-a78f-907189c2ef21" providerId="ADAL" clId="{4AE87F9D-70FF-5B4A-9125-74EDCCACAC71}" dt="2025-10-29T09:49:34.574" v="11335" actId="1076"/>
          <ac:picMkLst>
            <pc:docMk/>
            <pc:sldMk cId="1153349640" sldId="308"/>
            <ac:picMk id="21" creationId="{123C76C6-B51C-695A-540B-0C1E5CD19E84}"/>
          </ac:picMkLst>
        </pc:picChg>
      </pc:sldChg>
      <pc:sldChg chg="addSp delSp modSp add mod">
        <pc:chgData name="Danielius Sukys" userId="070ca283-c94c-4a21-a78f-907189c2ef21" providerId="ADAL" clId="{4AE87F9D-70FF-5B4A-9125-74EDCCACAC71}" dt="2025-10-29T10:22:58.768" v="12052" actId="1076"/>
        <pc:sldMkLst>
          <pc:docMk/>
          <pc:sldMk cId="1732616640" sldId="309"/>
        </pc:sldMkLst>
        <pc:spChg chg="add mod">
          <ac:chgData name="Danielius Sukys" userId="070ca283-c94c-4a21-a78f-907189c2ef21" providerId="ADAL" clId="{4AE87F9D-70FF-5B4A-9125-74EDCCACAC71}" dt="2025-10-29T09:58:14.271" v="11599" actId="1076"/>
          <ac:spMkLst>
            <pc:docMk/>
            <pc:sldMk cId="1732616640" sldId="309"/>
            <ac:spMk id="3" creationId="{C2C36F7B-93C2-D7A0-E25F-26B5F69E403A}"/>
          </ac:spMkLst>
        </pc:spChg>
        <pc:spChg chg="add mod">
          <ac:chgData name="Danielius Sukys" userId="070ca283-c94c-4a21-a78f-907189c2ef21" providerId="ADAL" clId="{4AE87F9D-70FF-5B4A-9125-74EDCCACAC71}" dt="2025-10-29T09:58:30.023" v="11601" actId="1076"/>
          <ac:spMkLst>
            <pc:docMk/>
            <pc:sldMk cId="1732616640" sldId="309"/>
            <ac:spMk id="6" creationId="{4D730FDD-D5AA-1D85-D94E-6E45C6057A0A}"/>
          </ac:spMkLst>
        </pc:spChg>
        <pc:spChg chg="add mod">
          <ac:chgData name="Danielius Sukys" userId="070ca283-c94c-4a21-a78f-907189c2ef21" providerId="ADAL" clId="{4AE87F9D-70FF-5B4A-9125-74EDCCACAC71}" dt="2025-10-29T09:58:36.999" v="11603" actId="1076"/>
          <ac:spMkLst>
            <pc:docMk/>
            <pc:sldMk cId="1732616640" sldId="309"/>
            <ac:spMk id="7" creationId="{16C3397F-8773-6852-AB61-EE874E6BCF64}"/>
          </ac:spMkLst>
        </pc:spChg>
        <pc:spChg chg="add mod">
          <ac:chgData name="Danielius Sukys" userId="070ca283-c94c-4a21-a78f-907189c2ef21" providerId="ADAL" clId="{4AE87F9D-70FF-5B4A-9125-74EDCCACAC71}" dt="2025-10-29T10:22:58.768" v="12052" actId="1076"/>
          <ac:spMkLst>
            <pc:docMk/>
            <pc:sldMk cId="1732616640" sldId="309"/>
            <ac:spMk id="8" creationId="{2C97E02A-4BF6-BF9F-929B-DBF1270ADEF1}"/>
          </ac:spMkLst>
        </pc:spChg>
        <pc:spChg chg="mod">
          <ac:chgData name="Danielius Sukys" userId="070ca283-c94c-4a21-a78f-907189c2ef21" providerId="ADAL" clId="{4AE87F9D-70FF-5B4A-9125-74EDCCACAC71}" dt="2025-10-29T10:19:39.099" v="12041" actId="1076"/>
          <ac:spMkLst>
            <pc:docMk/>
            <pc:sldMk cId="1732616640" sldId="309"/>
            <ac:spMk id="32" creationId="{614EA9FE-B9CB-04B5-B08A-04A79D6BF1CC}"/>
          </ac:spMkLst>
        </pc:spChg>
        <pc:spChg chg="mod">
          <ac:chgData name="Danielius Sukys" userId="070ca283-c94c-4a21-a78f-907189c2ef21" providerId="ADAL" clId="{4AE87F9D-70FF-5B4A-9125-74EDCCACAC71}" dt="2025-10-29T09:58:05.946" v="11597" actId="1076"/>
          <ac:spMkLst>
            <pc:docMk/>
            <pc:sldMk cId="1732616640" sldId="309"/>
            <ac:spMk id="33" creationId="{EA5C7CB8-5CCC-2346-EEB3-6FE7783E8CD6}"/>
          </ac:spMkLst>
        </pc:spChg>
        <pc:spChg chg="mod">
          <ac:chgData name="Danielius Sukys" userId="070ca283-c94c-4a21-a78f-907189c2ef21" providerId="ADAL" clId="{4AE87F9D-70FF-5B4A-9125-74EDCCACAC71}" dt="2025-10-29T10:19:49.468" v="12045" actId="1076"/>
          <ac:spMkLst>
            <pc:docMk/>
            <pc:sldMk cId="1732616640" sldId="309"/>
            <ac:spMk id="35" creationId="{C98E3FA9-337D-E642-34C3-137A8E786A79}"/>
          </ac:spMkLst>
        </pc:spChg>
        <pc:spChg chg="mod">
          <ac:chgData name="Danielius Sukys" userId="070ca283-c94c-4a21-a78f-907189c2ef21" providerId="ADAL" clId="{4AE87F9D-70FF-5B4A-9125-74EDCCACAC71}" dt="2025-10-29T10:19:42.937" v="12042" actId="1076"/>
          <ac:spMkLst>
            <pc:docMk/>
            <pc:sldMk cId="1732616640" sldId="309"/>
            <ac:spMk id="36" creationId="{508042AF-92C9-24BA-5B2D-1DD320AD1C9E}"/>
          </ac:spMkLst>
        </pc:spChg>
        <pc:spChg chg="add del mod">
          <ac:chgData name="Danielius Sukys" userId="070ca283-c94c-4a21-a78f-907189c2ef21" providerId="ADAL" clId="{4AE87F9D-70FF-5B4A-9125-74EDCCACAC71}" dt="2025-10-29T09:58:55.582" v="11651" actId="20577"/>
          <ac:spMkLst>
            <pc:docMk/>
            <pc:sldMk cId="1732616640" sldId="309"/>
            <ac:spMk id="37" creationId="{F8A4A474-4431-712E-3FC2-D367C9E90BDB}"/>
          </ac:spMkLst>
        </pc:spChg>
        <pc:picChg chg="mod">
          <ac:chgData name="Danielius Sukys" userId="070ca283-c94c-4a21-a78f-907189c2ef21" providerId="ADAL" clId="{4AE87F9D-70FF-5B4A-9125-74EDCCACAC71}" dt="2025-10-29T10:22:52.376" v="12051" actId="1076"/>
          <ac:picMkLst>
            <pc:docMk/>
            <pc:sldMk cId="1732616640" sldId="309"/>
            <ac:picMk id="21" creationId="{2DD5EF3B-1CE5-975B-2F1A-793AE6D36EA4}"/>
          </ac:picMkLst>
        </pc:picChg>
      </pc:sldChg>
      <pc:sldChg chg="addSp delSp modSp new mod">
        <pc:chgData name="Danielius Sukys" userId="070ca283-c94c-4a21-a78f-907189c2ef21" providerId="ADAL" clId="{4AE87F9D-70FF-5B4A-9125-74EDCCACAC71}" dt="2025-10-29T10:16:58.348" v="11991" actId="20577"/>
        <pc:sldMkLst>
          <pc:docMk/>
          <pc:sldMk cId="15841877" sldId="310"/>
        </pc:sldMkLst>
        <pc:spChg chg="mod">
          <ac:chgData name="Danielius Sukys" userId="070ca283-c94c-4a21-a78f-907189c2ef21" providerId="ADAL" clId="{4AE87F9D-70FF-5B4A-9125-74EDCCACAC71}" dt="2025-10-29T10:02:53.375" v="11808" actId="20577"/>
          <ac:spMkLst>
            <pc:docMk/>
            <pc:sldMk cId="15841877" sldId="310"/>
            <ac:spMk id="2" creationId="{CF6EB2DF-AF2F-CF01-7CFA-60068F0C3C55}"/>
          </ac:spMkLst>
        </pc:spChg>
        <pc:spChg chg="mod">
          <ac:chgData name="Danielius Sukys" userId="070ca283-c94c-4a21-a78f-907189c2ef21" providerId="ADAL" clId="{4AE87F9D-70FF-5B4A-9125-74EDCCACAC71}" dt="2025-10-29T10:16:58.348" v="11991" actId="20577"/>
          <ac:spMkLst>
            <pc:docMk/>
            <pc:sldMk cId="15841877" sldId="310"/>
            <ac:spMk id="4" creationId="{9E848DF7-F77A-2606-3F80-A7F20D35F350}"/>
          </ac:spMkLst>
        </pc:spChg>
        <pc:picChg chg="add mod">
          <ac:chgData name="Danielius Sukys" userId="070ca283-c94c-4a21-a78f-907189c2ef21" providerId="ADAL" clId="{4AE87F9D-70FF-5B4A-9125-74EDCCACAC71}" dt="2025-10-29T10:03:18.299" v="11820" actId="1076"/>
          <ac:picMkLst>
            <pc:docMk/>
            <pc:sldMk cId="15841877" sldId="310"/>
            <ac:picMk id="5" creationId="{9FF54145-EDB4-EF36-7FAD-8C5A0CB20D78}"/>
          </ac:picMkLst>
        </pc:picChg>
      </pc:sldChg>
      <pc:sldChg chg="new del">
        <pc:chgData name="Danielius Sukys" userId="070ca283-c94c-4a21-a78f-907189c2ef21" providerId="ADAL" clId="{4AE87F9D-70FF-5B4A-9125-74EDCCACAC71}" dt="2025-10-29T10:02:44.605" v="11787" actId="2696"/>
        <pc:sldMkLst>
          <pc:docMk/>
          <pc:sldMk cId="457708575" sldId="310"/>
        </pc:sldMkLst>
      </pc:sldChg>
      <pc:sldChg chg="modSp add mod">
        <pc:chgData name="Danielius Sukys" userId="070ca283-c94c-4a21-a78f-907189c2ef21" providerId="ADAL" clId="{4AE87F9D-70FF-5B4A-9125-74EDCCACAC71}" dt="2025-10-30T14:15:26.331" v="14031" actId="20577"/>
        <pc:sldMkLst>
          <pc:docMk/>
          <pc:sldMk cId="2578546308" sldId="311"/>
        </pc:sldMkLst>
        <pc:spChg chg="mod">
          <ac:chgData name="Danielius Sukys" userId="070ca283-c94c-4a21-a78f-907189c2ef21" providerId="ADAL" clId="{4AE87F9D-70FF-5B4A-9125-74EDCCACAC71}" dt="2025-10-30T14:15:26.331" v="14031" actId="20577"/>
          <ac:spMkLst>
            <pc:docMk/>
            <pc:sldMk cId="2578546308" sldId="311"/>
            <ac:spMk id="2" creationId="{99603752-584B-4B07-F5A6-E594B939CB51}"/>
          </ac:spMkLst>
        </pc:spChg>
      </pc:sldChg>
      <pc:sldChg chg="modSp new del mod">
        <pc:chgData name="Danielius Sukys" userId="070ca283-c94c-4a21-a78f-907189c2ef21" providerId="ADAL" clId="{4AE87F9D-70FF-5B4A-9125-74EDCCACAC71}" dt="2025-10-29T10:26:03.757" v="12079" actId="2696"/>
        <pc:sldMkLst>
          <pc:docMk/>
          <pc:sldMk cId="3402225357" sldId="311"/>
        </pc:sldMkLst>
      </pc:sldChg>
      <pc:sldChg chg="new del">
        <pc:chgData name="Danielius Sukys" userId="070ca283-c94c-4a21-a78f-907189c2ef21" providerId="ADAL" clId="{4AE87F9D-70FF-5B4A-9125-74EDCCACAC71}" dt="2025-10-30T13:09:37.847" v="12595" actId="2696"/>
        <pc:sldMkLst>
          <pc:docMk/>
          <pc:sldMk cId="356452528" sldId="312"/>
        </pc:sldMkLst>
      </pc:sldChg>
      <pc:sldChg chg="modSp add mod">
        <pc:chgData name="Danielius Sukys" userId="070ca283-c94c-4a21-a78f-907189c2ef21" providerId="ADAL" clId="{4AE87F9D-70FF-5B4A-9125-74EDCCACAC71}" dt="2025-10-30T13:15:55.851" v="13323" actId="20577"/>
        <pc:sldMkLst>
          <pc:docMk/>
          <pc:sldMk cId="1424729316" sldId="312"/>
        </pc:sldMkLst>
        <pc:spChg chg="mod">
          <ac:chgData name="Danielius Sukys" userId="070ca283-c94c-4a21-a78f-907189c2ef21" providerId="ADAL" clId="{4AE87F9D-70FF-5B4A-9125-74EDCCACAC71}" dt="2025-10-30T13:10:29.780" v="12682" actId="20577"/>
          <ac:spMkLst>
            <pc:docMk/>
            <pc:sldMk cId="1424729316" sldId="312"/>
            <ac:spMk id="2" creationId="{E0DF4473-3BFA-EF5A-2986-7EA51F9D70B7}"/>
          </ac:spMkLst>
        </pc:spChg>
        <pc:spChg chg="mod">
          <ac:chgData name="Danielius Sukys" userId="070ca283-c94c-4a21-a78f-907189c2ef21" providerId="ADAL" clId="{4AE87F9D-70FF-5B4A-9125-74EDCCACAC71}" dt="2025-10-30T13:15:55.851" v="13323" actId="20577"/>
          <ac:spMkLst>
            <pc:docMk/>
            <pc:sldMk cId="1424729316" sldId="312"/>
            <ac:spMk id="3" creationId="{7AC4561B-1728-2B70-4606-637B38F7C64C}"/>
          </ac:spMkLst>
        </pc:spChg>
      </pc:sldChg>
      <pc:sldChg chg="modSp new mod">
        <pc:chgData name="Danielius Sukys" userId="070ca283-c94c-4a21-a78f-907189c2ef21" providerId="ADAL" clId="{4AE87F9D-70FF-5B4A-9125-74EDCCACAC71}" dt="2025-10-30T13:24:42.082" v="13969" actId="20577"/>
        <pc:sldMkLst>
          <pc:docMk/>
          <pc:sldMk cId="1280483640" sldId="313"/>
        </pc:sldMkLst>
      </pc:sldChg>
      <pc:sldChg chg="addSp delSp modSp new mod">
        <pc:chgData name="Danielius Sukys" userId="070ca283-c94c-4a21-a78f-907189c2ef21" providerId="ADAL" clId="{4AE87F9D-70FF-5B4A-9125-74EDCCACAC71}" dt="2025-10-30T13:37:40.097" v="14029" actId="20577"/>
        <pc:sldMkLst>
          <pc:docMk/>
          <pc:sldMk cId="3093780555" sldId="3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56B51-35E8-1441-995B-7C8C0975C00F}" type="datetimeFigureOut">
              <a:rPr lang="en-US" smtClean="0"/>
              <a:t>11/13/25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6A7BF-05C9-A44C-8142-779ABDEDC13C}" type="slidenum">
              <a:rPr lang="en-US" smtClean="0"/>
              <a:t>‹#›</a:t>
            </a:fld>
            <a:endParaRPr lang="en-US"/>
          </a:p>
        </p:txBody>
      </p:sp>
    </p:spTree>
    <p:extLst>
      <p:ext uri="{BB962C8B-B14F-4D97-AF65-F5344CB8AC3E}">
        <p14:creationId xmlns:p14="http://schemas.microsoft.com/office/powerpoint/2010/main" val="382724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6A7BF-05C9-A44C-8142-779ABDEDC13C}" type="slidenum">
              <a:rPr lang="en-US" smtClean="0"/>
              <a:t>10</a:t>
            </a:fld>
            <a:endParaRPr lang="en-US"/>
          </a:p>
        </p:txBody>
      </p:sp>
    </p:spTree>
    <p:extLst>
      <p:ext uri="{BB962C8B-B14F-4D97-AF65-F5344CB8AC3E}">
        <p14:creationId xmlns:p14="http://schemas.microsoft.com/office/powerpoint/2010/main" val="2974990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6A7BF-05C9-A44C-8142-779ABDEDC13C}" type="slidenum">
              <a:rPr lang="en-US" smtClean="0"/>
              <a:t>38</a:t>
            </a:fld>
            <a:endParaRPr lang="en-US"/>
          </a:p>
        </p:txBody>
      </p:sp>
    </p:spTree>
    <p:extLst>
      <p:ext uri="{BB962C8B-B14F-4D97-AF65-F5344CB8AC3E}">
        <p14:creationId xmlns:p14="http://schemas.microsoft.com/office/powerpoint/2010/main" val="797439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6A7BF-05C9-A44C-8142-779ABDEDC13C}" type="slidenum">
              <a:rPr lang="en-US" smtClean="0"/>
              <a:t>44</a:t>
            </a:fld>
            <a:endParaRPr lang="en-US"/>
          </a:p>
        </p:txBody>
      </p:sp>
    </p:spTree>
    <p:extLst>
      <p:ext uri="{BB962C8B-B14F-4D97-AF65-F5344CB8AC3E}">
        <p14:creationId xmlns:p14="http://schemas.microsoft.com/office/powerpoint/2010/main" val="968540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960F6-0E4E-5C9E-FCA0-10DF9E4B8B1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409A57D-08C2-EA2B-C5C2-9BCFE61DBA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CEDDA3E-1DB4-4DFF-A8BA-6A3B7DE5DBA8}"/>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5" name="Footer Placeholder 4">
            <a:extLst>
              <a:ext uri="{FF2B5EF4-FFF2-40B4-BE49-F238E27FC236}">
                <a16:creationId xmlns:a16="http://schemas.microsoft.com/office/drawing/2014/main" id="{F14EA5E4-F8BC-886D-C8B9-2133970AAD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8CAD6-8EEF-3E43-1662-99D5B4D057D9}"/>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3058321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1814-0431-3CDB-6200-E950386BF11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735BA7D-55A4-594C-8E1A-2C6BDFC4AE6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9AD30BE-2923-0FF1-46DB-5071B025AF72}"/>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5" name="Footer Placeholder 4">
            <a:extLst>
              <a:ext uri="{FF2B5EF4-FFF2-40B4-BE49-F238E27FC236}">
                <a16:creationId xmlns:a16="http://schemas.microsoft.com/office/drawing/2014/main" id="{93808F1D-3A79-782F-B185-88C44D927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90817-E65B-A995-A7DD-878036BBA19C}"/>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3350433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1B596-500A-4744-A960-9A8F15E9A68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7CDBE2F-E2DF-4FAC-23DA-72844904FE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8CE009F-18FE-3576-28B8-2EBCFCF9D330}"/>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5" name="Footer Placeholder 4">
            <a:extLst>
              <a:ext uri="{FF2B5EF4-FFF2-40B4-BE49-F238E27FC236}">
                <a16:creationId xmlns:a16="http://schemas.microsoft.com/office/drawing/2014/main" id="{D00F0F26-3C05-6C0E-42E1-1C83398C6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378EE6-A915-A3C1-D196-7F1615230588}"/>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401385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C34F-A209-C16E-BE63-442AB4A9E03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F5AE79F-645A-5758-B3F9-E13D73F9290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9A3E949-1354-3C03-08C5-8BEFC3F6D47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374DC13-6524-C9EB-0971-3EBE28F8A65E}"/>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6" name="Footer Placeholder 5">
            <a:extLst>
              <a:ext uri="{FF2B5EF4-FFF2-40B4-BE49-F238E27FC236}">
                <a16:creationId xmlns:a16="http://schemas.microsoft.com/office/drawing/2014/main" id="{B6C29F70-C9D0-E4BA-4829-0A81FC08F8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6E516C-3A74-BD03-568A-2945554D48F5}"/>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1606614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D219D-30EA-2B84-E1C0-E22FB20BE77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8B421A1-5C99-6755-5FBA-631ACC56F0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765F5F7-A12F-CBAB-315F-8898DC74EFC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508A56C-FF0C-7786-7E76-A51DAA1927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4013743-69BE-57C6-12B8-C56564BDB84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4CE1362-227A-9441-2E2D-E22B1B270884}"/>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8" name="Footer Placeholder 7">
            <a:extLst>
              <a:ext uri="{FF2B5EF4-FFF2-40B4-BE49-F238E27FC236}">
                <a16:creationId xmlns:a16="http://schemas.microsoft.com/office/drawing/2014/main" id="{534CD6FE-634C-1603-4103-1FB4973F95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D7BCA8-A021-7E31-AB57-5BD310A34C59}"/>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3647373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CF072-6FCA-32BA-B72D-9F2FA3F6718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FDCCB31-1ABE-0088-35DE-84FE96702EAB}"/>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4" name="Footer Placeholder 3">
            <a:extLst>
              <a:ext uri="{FF2B5EF4-FFF2-40B4-BE49-F238E27FC236}">
                <a16:creationId xmlns:a16="http://schemas.microsoft.com/office/drawing/2014/main" id="{FD95E92D-5A07-86F3-9CA2-5E2D0A7364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3DFD98-ECA5-214D-C3A9-5C7BAE1EB3E1}"/>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959132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FBB41B-4614-656F-5CD6-4A80654AC069}"/>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3" name="Footer Placeholder 2">
            <a:extLst>
              <a:ext uri="{FF2B5EF4-FFF2-40B4-BE49-F238E27FC236}">
                <a16:creationId xmlns:a16="http://schemas.microsoft.com/office/drawing/2014/main" id="{6459F9C7-4E37-7700-1822-7EFBC3BCD9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C79EC6-365A-6463-7B1C-E8B10E6354A4}"/>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1719607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2EFF5-5731-E5B4-30ED-7B2EBC5C35C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09E15EC-6C7B-10E5-2CC2-4DB476BC13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A4E0242-18EC-7B69-7BF1-81B394699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A94154-0A7A-C9B6-2E4E-BC1B01B991F2}"/>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6" name="Footer Placeholder 5">
            <a:extLst>
              <a:ext uri="{FF2B5EF4-FFF2-40B4-BE49-F238E27FC236}">
                <a16:creationId xmlns:a16="http://schemas.microsoft.com/office/drawing/2014/main" id="{AD15BCE0-49C5-4426-A0E2-5343C61F4E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D60AD1-CC9B-2FE2-4361-EA87F8F32032}"/>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335310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8E1C9-F42F-56BB-0002-80126AA98A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E5E3FE4-1312-B85B-980D-815E3D1ED2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AB0DB8-CE89-4425-6A1D-0280130A7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75D06E-AD30-2187-13F9-5CFD0F067067}"/>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6" name="Footer Placeholder 5">
            <a:extLst>
              <a:ext uri="{FF2B5EF4-FFF2-40B4-BE49-F238E27FC236}">
                <a16:creationId xmlns:a16="http://schemas.microsoft.com/office/drawing/2014/main" id="{8D0D9575-F226-179C-8F0B-B95012DA4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98A5C6-4650-BB0C-BEFC-423DDDAB3E8D}"/>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2751023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508EA-68E9-EC9E-3213-01A6099D62C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E9A5B9D-2512-FB6F-AE09-80D344942BA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9CF401-DA12-1498-5901-E370BB688A33}"/>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5" name="Footer Placeholder 4">
            <a:extLst>
              <a:ext uri="{FF2B5EF4-FFF2-40B4-BE49-F238E27FC236}">
                <a16:creationId xmlns:a16="http://schemas.microsoft.com/office/drawing/2014/main" id="{29E31B08-9CAA-746D-69BE-2AC544046C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F2D2F9-E52F-00AA-61CE-6390ADAEB366}"/>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3012793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4D5AC4-1792-4010-BF47-EC5DE50754A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25C4056-673C-609F-7431-ECF03218304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588D7-6EC8-5E74-BFFF-33FE7104E03D}"/>
              </a:ext>
            </a:extLst>
          </p:cNvPr>
          <p:cNvSpPr>
            <a:spLocks noGrp="1"/>
          </p:cNvSpPr>
          <p:nvPr>
            <p:ph type="dt" sz="half" idx="10"/>
          </p:nvPr>
        </p:nvSpPr>
        <p:spPr/>
        <p:txBody>
          <a:bodyPr/>
          <a:lstStyle/>
          <a:p>
            <a:fld id="{9FA6958E-0BF2-7045-BB46-E80D9E90856F}" type="datetimeFigureOut">
              <a:rPr lang="en-US" smtClean="0"/>
              <a:t>11/13/25</a:t>
            </a:fld>
            <a:endParaRPr lang="en-US"/>
          </a:p>
        </p:txBody>
      </p:sp>
      <p:sp>
        <p:nvSpPr>
          <p:cNvPr id="5" name="Footer Placeholder 4">
            <a:extLst>
              <a:ext uri="{FF2B5EF4-FFF2-40B4-BE49-F238E27FC236}">
                <a16:creationId xmlns:a16="http://schemas.microsoft.com/office/drawing/2014/main" id="{313D0896-37CD-B731-77BB-3D65D5613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880D5-51F0-9C9D-2748-0BD2C48DDE5E}"/>
              </a:ext>
            </a:extLst>
          </p:cNvPr>
          <p:cNvSpPr>
            <a:spLocks noGrp="1"/>
          </p:cNvSpPr>
          <p:nvPr>
            <p:ph type="sldNum" sz="quarter" idx="12"/>
          </p:nvPr>
        </p:nvSpPr>
        <p:spPr/>
        <p:txBody>
          <a:bodyPr/>
          <a:lstStyle/>
          <a:p>
            <a:fld id="{B9009576-3D05-6A42-BC54-9ABFEDD4B7EB}" type="slidenum">
              <a:rPr lang="en-US" smtClean="0"/>
              <a:t>‹#›</a:t>
            </a:fld>
            <a:endParaRPr lang="en-US"/>
          </a:p>
        </p:txBody>
      </p:sp>
    </p:spTree>
    <p:extLst>
      <p:ext uri="{BB962C8B-B14F-4D97-AF65-F5344CB8AC3E}">
        <p14:creationId xmlns:p14="http://schemas.microsoft.com/office/powerpoint/2010/main" val="3594561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1EB6A0-0ADB-8BBC-4B91-4EF180DE7F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2AA8043-C42A-5635-3D57-259712A0BE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4422C2-1447-46D1-632D-59CCBB3821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A6958E-0BF2-7045-BB46-E80D9E90856F}" type="datetimeFigureOut">
              <a:rPr lang="en-US" smtClean="0"/>
              <a:t>11/13/25</a:t>
            </a:fld>
            <a:endParaRPr lang="en-US"/>
          </a:p>
        </p:txBody>
      </p:sp>
      <p:sp>
        <p:nvSpPr>
          <p:cNvPr id="5" name="Footer Placeholder 4">
            <a:extLst>
              <a:ext uri="{FF2B5EF4-FFF2-40B4-BE49-F238E27FC236}">
                <a16:creationId xmlns:a16="http://schemas.microsoft.com/office/drawing/2014/main" id="{6C635CBB-8076-230C-F886-91035DC733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462DC-6F22-5A32-E0F5-5E8F319047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009576-3D05-6A42-BC54-9ABFEDD4B7EB}" type="slidenum">
              <a:rPr lang="en-US" smtClean="0"/>
              <a:t>‹#›</a:t>
            </a:fld>
            <a:endParaRPr lang="en-US"/>
          </a:p>
        </p:txBody>
      </p:sp>
    </p:spTree>
    <p:extLst>
      <p:ext uri="{BB962C8B-B14F-4D97-AF65-F5344CB8AC3E}">
        <p14:creationId xmlns:p14="http://schemas.microsoft.com/office/powerpoint/2010/main" val="4165587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amaldi.faculty.polimi.it/SlidesFOR-19-20/ILP-cutting-planes-FOR-18.pdf" TargetMode="External"/><Relationship Id="rId2" Type="http://schemas.openxmlformats.org/officeDocument/2006/relationships/hyperlink" Target="https://cjhb.site/Files.php/Books/Book%20Series/GTM/271%20Integer%20Programming%20by%20Michele%20Conforti%2C%20G&#233;rard%20Cornu&#233;jols%2C%20Giacomo%20Zambelli.pdf" TargetMode="External"/><Relationship Id="rId1" Type="http://schemas.openxmlformats.org/officeDocument/2006/relationships/slideLayout" Target="../slideLayouts/slideLayout2.xml"/><Relationship Id="rId5" Type="http://schemas.openxmlformats.org/officeDocument/2006/relationships/hyperlink" Target="https://graphonline.top/en/" TargetMode="External"/><Relationship Id="rId4" Type="http://schemas.openxmlformats.org/officeDocument/2006/relationships/hyperlink" Target="https://www.dcs.gla.ac.uk/research/algorithms/IP-MATCH/kidney_exchange_game/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4C40-190C-4955-5A46-1F19A41FA570}"/>
              </a:ext>
            </a:extLst>
          </p:cNvPr>
          <p:cNvSpPr>
            <a:spLocks noGrp="1"/>
          </p:cNvSpPr>
          <p:nvPr>
            <p:ph type="ctrTitle"/>
          </p:nvPr>
        </p:nvSpPr>
        <p:spPr/>
        <p:txBody>
          <a:bodyPr/>
          <a:lstStyle/>
          <a:p>
            <a:r>
              <a:rPr lang="en-US" dirty="0"/>
              <a:t>Solving Integer (Linear) Programs</a:t>
            </a:r>
          </a:p>
        </p:txBody>
      </p:sp>
      <p:sp>
        <p:nvSpPr>
          <p:cNvPr id="3" name="Subtitle 2">
            <a:extLst>
              <a:ext uri="{FF2B5EF4-FFF2-40B4-BE49-F238E27FC236}">
                <a16:creationId xmlns:a16="http://schemas.microsoft.com/office/drawing/2014/main" id="{2E7B9D34-30BD-4CA0-6FF3-DBFBFBE2D4EF}"/>
              </a:ext>
            </a:extLst>
          </p:cNvPr>
          <p:cNvSpPr>
            <a:spLocks noGrp="1"/>
          </p:cNvSpPr>
          <p:nvPr>
            <p:ph type="subTitle" idx="1"/>
          </p:nvPr>
        </p:nvSpPr>
        <p:spPr/>
        <p:txBody>
          <a:bodyPr/>
          <a:lstStyle/>
          <a:p>
            <a:r>
              <a:rPr lang="en-US" dirty="0"/>
              <a:t>Danielius Sukys</a:t>
            </a:r>
          </a:p>
        </p:txBody>
      </p:sp>
    </p:spTree>
    <p:extLst>
      <p:ext uri="{BB962C8B-B14F-4D97-AF65-F5344CB8AC3E}">
        <p14:creationId xmlns:p14="http://schemas.microsoft.com/office/powerpoint/2010/main" val="167687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FD44E-4A78-5686-C9E6-89EC8CC1A446}"/>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C536FE13-FF66-8657-A878-35754C25B72B}"/>
              </a:ext>
            </a:extLst>
          </p:cNvPr>
          <p:cNvSpPr>
            <a:spLocks noGrp="1"/>
          </p:cNvSpPr>
          <p:nvPr>
            <p:ph idx="1"/>
          </p:nvPr>
        </p:nvSpPr>
        <p:spPr>
          <a:xfrm>
            <a:off x="838200" y="1825625"/>
            <a:ext cx="10515600" cy="4351338"/>
          </a:xfrm>
        </p:spPr>
        <p:txBody>
          <a:bodyPr>
            <a:normAutofit fontScale="85000" lnSpcReduction="20000"/>
          </a:bodyPr>
          <a:lstStyle/>
          <a:p>
            <a:r>
              <a:rPr lang="en-US" dirty="0"/>
              <a:t>Section 1: Solving ILPs</a:t>
            </a:r>
          </a:p>
          <a:p>
            <a:pPr lvl="1"/>
            <a:r>
              <a:rPr lang="en-US" dirty="0"/>
              <a:t>What are ILPs?</a:t>
            </a:r>
          </a:p>
          <a:p>
            <a:pPr lvl="1"/>
            <a:r>
              <a:rPr lang="en-US" dirty="0"/>
              <a:t>What are Linear Programs?</a:t>
            </a:r>
          </a:p>
          <a:p>
            <a:pPr lvl="1"/>
            <a:r>
              <a:rPr lang="en-US" dirty="0"/>
              <a:t>Which one is harder? Why?</a:t>
            </a:r>
          </a:p>
          <a:p>
            <a:pPr lvl="1"/>
            <a:r>
              <a:rPr lang="en-US" dirty="0"/>
              <a:t>Branch-and-Bound</a:t>
            </a:r>
          </a:p>
          <a:p>
            <a:r>
              <a:rPr lang="en-US" dirty="0"/>
              <a:t>Section 2: Formulating your problem</a:t>
            </a:r>
          </a:p>
          <a:p>
            <a:pPr lvl="1"/>
            <a:r>
              <a:rPr lang="en-US" dirty="0"/>
              <a:t>Is there only one way to solve a problem using an ILP?</a:t>
            </a:r>
          </a:p>
          <a:p>
            <a:pPr lvl="1"/>
            <a:r>
              <a:rPr lang="en-US" dirty="0"/>
              <a:t>Quick intro to Kidney Exchange Problem (KEP)</a:t>
            </a:r>
          </a:p>
          <a:p>
            <a:pPr lvl="1"/>
            <a:r>
              <a:rPr lang="en-US" dirty="0"/>
              <a:t>Edge Formulation</a:t>
            </a:r>
          </a:p>
          <a:p>
            <a:pPr lvl="1"/>
            <a:r>
              <a:rPr lang="en-US" dirty="0"/>
              <a:t>Cycle Formulation</a:t>
            </a:r>
          </a:p>
          <a:p>
            <a:pPr lvl="1"/>
            <a:r>
              <a:rPr lang="en-US" dirty="0"/>
              <a:t>Analysis: which one is better?</a:t>
            </a:r>
          </a:p>
          <a:p>
            <a:r>
              <a:rPr lang="en-US" dirty="0"/>
              <a:t>Section 3: Solving large ILPs</a:t>
            </a:r>
          </a:p>
          <a:p>
            <a:pPr lvl="1"/>
            <a:r>
              <a:rPr lang="en-US" dirty="0"/>
              <a:t>Constraint Generation</a:t>
            </a:r>
          </a:p>
          <a:p>
            <a:pPr lvl="1"/>
            <a:r>
              <a:rPr lang="en-US" dirty="0"/>
              <a:t>Example: Edge Formulation</a:t>
            </a:r>
          </a:p>
          <a:p>
            <a:endParaRPr lang="en-US" dirty="0"/>
          </a:p>
        </p:txBody>
      </p:sp>
    </p:spTree>
    <p:extLst>
      <p:ext uri="{BB962C8B-B14F-4D97-AF65-F5344CB8AC3E}">
        <p14:creationId xmlns:p14="http://schemas.microsoft.com/office/powerpoint/2010/main" val="3593470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A53E-5065-BD64-662F-D0CFB2914639}"/>
              </a:ext>
            </a:extLst>
          </p:cNvPr>
          <p:cNvSpPr>
            <a:spLocks noGrp="1"/>
          </p:cNvSpPr>
          <p:nvPr>
            <p:ph type="title"/>
          </p:nvPr>
        </p:nvSpPr>
        <p:spPr/>
        <p:txBody>
          <a:bodyPr/>
          <a:lstStyle/>
          <a:p>
            <a:r>
              <a:rPr lang="en-US" dirty="0"/>
              <a:t>Section 1: Solving ILPs</a:t>
            </a:r>
          </a:p>
        </p:txBody>
      </p:sp>
      <p:sp>
        <p:nvSpPr>
          <p:cNvPr id="3" name="Text Placeholder 2">
            <a:extLst>
              <a:ext uri="{FF2B5EF4-FFF2-40B4-BE49-F238E27FC236}">
                <a16:creationId xmlns:a16="http://schemas.microsoft.com/office/drawing/2014/main" id="{BEAEB5D1-D0DE-CE73-9750-F168C0D1966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58922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AE317-7043-5090-5DB7-490A850B5621}"/>
              </a:ext>
            </a:extLst>
          </p:cNvPr>
          <p:cNvSpPr>
            <a:spLocks noGrp="1"/>
          </p:cNvSpPr>
          <p:nvPr>
            <p:ph type="title"/>
          </p:nvPr>
        </p:nvSpPr>
        <p:spPr/>
        <p:txBody>
          <a:bodyPr/>
          <a:lstStyle/>
          <a:p>
            <a:r>
              <a:rPr lang="en-US" dirty="0"/>
              <a:t>What is Linear Programming?</a:t>
            </a:r>
          </a:p>
        </p:txBody>
      </p:sp>
      <p:pic>
        <p:nvPicPr>
          <p:cNvPr id="4" name="Content Placeholder 3">
            <a:extLst>
              <a:ext uri="{FF2B5EF4-FFF2-40B4-BE49-F238E27FC236}">
                <a16:creationId xmlns:a16="http://schemas.microsoft.com/office/drawing/2014/main" id="{9D95E512-CED6-28FB-3B42-BCE551951D60}"/>
              </a:ext>
            </a:extLst>
          </p:cNvPr>
          <p:cNvPicPr>
            <a:picLocks noGrp="1" noChangeAspect="1"/>
          </p:cNvPicPr>
          <p:nvPr>
            <p:ph idx="1"/>
          </p:nvPr>
        </p:nvPicPr>
        <p:blipFill>
          <a:blip r:embed="rId2"/>
          <a:stretch>
            <a:fillRect/>
          </a:stretch>
        </p:blipFill>
        <p:spPr>
          <a:xfrm>
            <a:off x="3289300" y="2477294"/>
            <a:ext cx="5613400" cy="3048000"/>
          </a:xfrm>
          <a:prstGeom prst="rect">
            <a:avLst/>
          </a:prstGeom>
        </p:spPr>
      </p:pic>
      <p:sp>
        <p:nvSpPr>
          <p:cNvPr id="5" name="Rectangle 4">
            <a:extLst>
              <a:ext uri="{FF2B5EF4-FFF2-40B4-BE49-F238E27FC236}">
                <a16:creationId xmlns:a16="http://schemas.microsoft.com/office/drawing/2014/main" id="{4C83613E-3758-DFED-3AF5-9EFCCED34949}"/>
              </a:ext>
            </a:extLst>
          </p:cNvPr>
          <p:cNvSpPr/>
          <p:nvPr/>
        </p:nvSpPr>
        <p:spPr>
          <a:xfrm>
            <a:off x="5113920" y="4988598"/>
            <a:ext cx="3294043" cy="5366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85DED6A-D300-B732-6DED-4A98EE8AF573}"/>
              </a:ext>
            </a:extLst>
          </p:cNvPr>
          <p:cNvSpPr txBox="1"/>
          <p:nvPr/>
        </p:nvSpPr>
        <p:spPr>
          <a:xfrm>
            <a:off x="338328" y="2000240"/>
            <a:ext cx="1734449" cy="954107"/>
          </a:xfrm>
          <a:prstGeom prst="rect">
            <a:avLst/>
          </a:prstGeom>
          <a:noFill/>
        </p:spPr>
        <p:txBody>
          <a:bodyPr wrap="none" rtlCol="0">
            <a:spAutoFit/>
          </a:bodyPr>
          <a:lstStyle/>
          <a:p>
            <a:pPr algn="ctr"/>
            <a:r>
              <a:rPr lang="en-US" sz="2800" dirty="0">
                <a:solidFill>
                  <a:srgbClr val="C00000"/>
                </a:solidFill>
              </a:rPr>
              <a:t>Objective </a:t>
            </a:r>
          </a:p>
          <a:p>
            <a:pPr algn="ctr"/>
            <a:r>
              <a:rPr lang="en-US" sz="2800" dirty="0">
                <a:solidFill>
                  <a:srgbClr val="C00000"/>
                </a:solidFill>
              </a:rPr>
              <a:t>Function</a:t>
            </a:r>
          </a:p>
        </p:txBody>
      </p:sp>
      <p:cxnSp>
        <p:nvCxnSpPr>
          <p:cNvPr id="8" name="Straight Arrow Connector 7">
            <a:extLst>
              <a:ext uri="{FF2B5EF4-FFF2-40B4-BE49-F238E27FC236}">
                <a16:creationId xmlns:a16="http://schemas.microsoft.com/office/drawing/2014/main" id="{22C55476-55BB-44D3-090D-9F13CB2C8E33}"/>
              </a:ext>
            </a:extLst>
          </p:cNvPr>
          <p:cNvCxnSpPr>
            <a:stCxn id="6" idx="3"/>
          </p:cNvCxnSpPr>
          <p:nvPr/>
        </p:nvCxnSpPr>
        <p:spPr>
          <a:xfrm>
            <a:off x="2072777" y="2477294"/>
            <a:ext cx="1216523" cy="256762"/>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55CED1E-29E8-06B7-18FD-E752FD2B4D63}"/>
              </a:ext>
            </a:extLst>
          </p:cNvPr>
          <p:cNvSpPr txBox="1"/>
          <p:nvPr/>
        </p:nvSpPr>
        <p:spPr>
          <a:xfrm>
            <a:off x="1301063" y="3474831"/>
            <a:ext cx="1988237" cy="523220"/>
          </a:xfrm>
          <a:prstGeom prst="rect">
            <a:avLst/>
          </a:prstGeom>
          <a:noFill/>
        </p:spPr>
        <p:txBody>
          <a:bodyPr wrap="none" rtlCol="0">
            <a:spAutoFit/>
          </a:bodyPr>
          <a:lstStyle/>
          <a:p>
            <a:pPr algn="ctr"/>
            <a:r>
              <a:rPr lang="en-US" sz="2800" dirty="0">
                <a:solidFill>
                  <a:srgbClr val="C00000"/>
                </a:solidFill>
              </a:rPr>
              <a:t>Constraints</a:t>
            </a:r>
          </a:p>
        </p:txBody>
      </p:sp>
      <p:cxnSp>
        <p:nvCxnSpPr>
          <p:cNvPr id="10" name="Straight Arrow Connector 9">
            <a:extLst>
              <a:ext uri="{FF2B5EF4-FFF2-40B4-BE49-F238E27FC236}">
                <a16:creationId xmlns:a16="http://schemas.microsoft.com/office/drawing/2014/main" id="{2CC1D8BD-46C5-AF95-6342-BB540CC31714}"/>
              </a:ext>
            </a:extLst>
          </p:cNvPr>
          <p:cNvCxnSpPr>
            <a:cxnSpLocks/>
          </p:cNvCxnSpPr>
          <p:nvPr/>
        </p:nvCxnSpPr>
        <p:spPr>
          <a:xfrm>
            <a:off x="3289300" y="3736441"/>
            <a:ext cx="1665006" cy="387504"/>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E3B209B-EFE4-6C13-A677-2EEDFAAA6CC9}"/>
              </a:ext>
            </a:extLst>
          </p:cNvPr>
          <p:cNvCxnSpPr>
            <a:cxnSpLocks/>
            <a:stCxn id="9" idx="3"/>
          </p:cNvCxnSpPr>
          <p:nvPr/>
        </p:nvCxnSpPr>
        <p:spPr>
          <a:xfrm flipV="1">
            <a:off x="3289300" y="3429000"/>
            <a:ext cx="1665006" cy="307441"/>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E8C0743-7CB5-E20F-27C1-C1792EA3FA88}"/>
              </a:ext>
            </a:extLst>
          </p:cNvPr>
          <p:cNvSpPr txBox="1"/>
          <p:nvPr/>
        </p:nvSpPr>
        <p:spPr>
          <a:xfrm>
            <a:off x="2093887" y="4426537"/>
            <a:ext cx="1621791" cy="523220"/>
          </a:xfrm>
          <a:prstGeom prst="rect">
            <a:avLst/>
          </a:prstGeom>
          <a:noFill/>
        </p:spPr>
        <p:txBody>
          <a:bodyPr wrap="none" rtlCol="0">
            <a:spAutoFit/>
          </a:bodyPr>
          <a:lstStyle/>
          <a:p>
            <a:pPr algn="ctr"/>
            <a:r>
              <a:rPr lang="en-US" sz="2800" dirty="0">
                <a:solidFill>
                  <a:srgbClr val="C00000"/>
                </a:solidFill>
              </a:rPr>
              <a:t>Variables</a:t>
            </a:r>
          </a:p>
        </p:txBody>
      </p:sp>
      <p:cxnSp>
        <p:nvCxnSpPr>
          <p:cNvPr id="21" name="Straight Arrow Connector 20">
            <a:extLst>
              <a:ext uri="{FF2B5EF4-FFF2-40B4-BE49-F238E27FC236}">
                <a16:creationId xmlns:a16="http://schemas.microsoft.com/office/drawing/2014/main" id="{26294CC0-5B77-9CAB-E134-092E8F5753AF}"/>
              </a:ext>
            </a:extLst>
          </p:cNvPr>
          <p:cNvCxnSpPr>
            <a:cxnSpLocks/>
          </p:cNvCxnSpPr>
          <p:nvPr/>
        </p:nvCxnSpPr>
        <p:spPr>
          <a:xfrm flipV="1">
            <a:off x="3694568" y="4617720"/>
            <a:ext cx="1544944" cy="78518"/>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147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12E18-6D1B-C3DA-A21D-4F18325B1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F95B9-0EB9-166E-5DAD-A9CA2EF545E8}"/>
              </a:ext>
            </a:extLst>
          </p:cNvPr>
          <p:cNvSpPr>
            <a:spLocks noGrp="1"/>
          </p:cNvSpPr>
          <p:nvPr>
            <p:ph type="title"/>
          </p:nvPr>
        </p:nvSpPr>
        <p:spPr/>
        <p:txBody>
          <a:bodyPr/>
          <a:lstStyle/>
          <a:p>
            <a:r>
              <a:rPr lang="en-US" dirty="0"/>
              <a:t>What is Integer (Linear) Programming?</a:t>
            </a:r>
          </a:p>
        </p:txBody>
      </p:sp>
      <p:pic>
        <p:nvPicPr>
          <p:cNvPr id="4" name="Content Placeholder 3">
            <a:extLst>
              <a:ext uri="{FF2B5EF4-FFF2-40B4-BE49-F238E27FC236}">
                <a16:creationId xmlns:a16="http://schemas.microsoft.com/office/drawing/2014/main" id="{D453D247-DF48-690B-D80F-DE31DBA61394}"/>
              </a:ext>
            </a:extLst>
          </p:cNvPr>
          <p:cNvPicPr>
            <a:picLocks noGrp="1" noChangeAspect="1"/>
          </p:cNvPicPr>
          <p:nvPr>
            <p:ph idx="1"/>
          </p:nvPr>
        </p:nvPicPr>
        <p:blipFill>
          <a:blip r:embed="rId2"/>
          <a:stretch>
            <a:fillRect/>
          </a:stretch>
        </p:blipFill>
        <p:spPr>
          <a:xfrm>
            <a:off x="3289300" y="2477294"/>
            <a:ext cx="5613400" cy="3048000"/>
          </a:xfrm>
          <a:prstGeom prst="rect">
            <a:avLst/>
          </a:prstGeom>
        </p:spPr>
      </p:pic>
      <p:sp>
        <p:nvSpPr>
          <p:cNvPr id="6" name="TextBox 5">
            <a:extLst>
              <a:ext uri="{FF2B5EF4-FFF2-40B4-BE49-F238E27FC236}">
                <a16:creationId xmlns:a16="http://schemas.microsoft.com/office/drawing/2014/main" id="{A7680AF3-57CE-C641-9E14-6DE13F5C6B92}"/>
              </a:ext>
            </a:extLst>
          </p:cNvPr>
          <p:cNvSpPr txBox="1"/>
          <p:nvPr/>
        </p:nvSpPr>
        <p:spPr>
          <a:xfrm>
            <a:off x="338328" y="2000240"/>
            <a:ext cx="1734449" cy="954107"/>
          </a:xfrm>
          <a:prstGeom prst="rect">
            <a:avLst/>
          </a:prstGeom>
          <a:noFill/>
        </p:spPr>
        <p:txBody>
          <a:bodyPr wrap="none" rtlCol="0">
            <a:spAutoFit/>
          </a:bodyPr>
          <a:lstStyle/>
          <a:p>
            <a:pPr algn="ctr"/>
            <a:r>
              <a:rPr lang="en-US" sz="2800" dirty="0">
                <a:solidFill>
                  <a:srgbClr val="C00000"/>
                </a:solidFill>
              </a:rPr>
              <a:t>Objective </a:t>
            </a:r>
          </a:p>
          <a:p>
            <a:pPr algn="ctr"/>
            <a:r>
              <a:rPr lang="en-US" sz="2800" dirty="0">
                <a:solidFill>
                  <a:srgbClr val="C00000"/>
                </a:solidFill>
              </a:rPr>
              <a:t>Function</a:t>
            </a:r>
          </a:p>
        </p:txBody>
      </p:sp>
      <p:cxnSp>
        <p:nvCxnSpPr>
          <p:cNvPr id="8" name="Straight Arrow Connector 7">
            <a:extLst>
              <a:ext uri="{FF2B5EF4-FFF2-40B4-BE49-F238E27FC236}">
                <a16:creationId xmlns:a16="http://schemas.microsoft.com/office/drawing/2014/main" id="{E6164A28-4788-B1D0-B5E3-040E5B097B12}"/>
              </a:ext>
            </a:extLst>
          </p:cNvPr>
          <p:cNvCxnSpPr>
            <a:stCxn id="6" idx="3"/>
          </p:cNvCxnSpPr>
          <p:nvPr/>
        </p:nvCxnSpPr>
        <p:spPr>
          <a:xfrm>
            <a:off x="2072777" y="2477294"/>
            <a:ext cx="1216523" cy="256762"/>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594A88B-30E2-43C5-8013-F945B8DA73E0}"/>
              </a:ext>
            </a:extLst>
          </p:cNvPr>
          <p:cNvSpPr txBox="1"/>
          <p:nvPr/>
        </p:nvSpPr>
        <p:spPr>
          <a:xfrm>
            <a:off x="1301063" y="3474831"/>
            <a:ext cx="1988237" cy="523220"/>
          </a:xfrm>
          <a:prstGeom prst="rect">
            <a:avLst/>
          </a:prstGeom>
          <a:noFill/>
        </p:spPr>
        <p:txBody>
          <a:bodyPr wrap="none" rtlCol="0">
            <a:spAutoFit/>
          </a:bodyPr>
          <a:lstStyle/>
          <a:p>
            <a:pPr algn="ctr"/>
            <a:r>
              <a:rPr lang="en-US" sz="2800" dirty="0">
                <a:solidFill>
                  <a:srgbClr val="C00000"/>
                </a:solidFill>
              </a:rPr>
              <a:t>Constraints</a:t>
            </a:r>
          </a:p>
        </p:txBody>
      </p:sp>
      <p:cxnSp>
        <p:nvCxnSpPr>
          <p:cNvPr id="10" name="Straight Arrow Connector 9">
            <a:extLst>
              <a:ext uri="{FF2B5EF4-FFF2-40B4-BE49-F238E27FC236}">
                <a16:creationId xmlns:a16="http://schemas.microsoft.com/office/drawing/2014/main" id="{9A80609E-8777-64EB-C15A-2F6531C66E9E}"/>
              </a:ext>
            </a:extLst>
          </p:cNvPr>
          <p:cNvCxnSpPr>
            <a:cxnSpLocks/>
          </p:cNvCxnSpPr>
          <p:nvPr/>
        </p:nvCxnSpPr>
        <p:spPr>
          <a:xfrm>
            <a:off x="3289300" y="3736441"/>
            <a:ext cx="1665006" cy="387504"/>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BE4656E-4FB6-5256-5350-F4AB903D5F79}"/>
              </a:ext>
            </a:extLst>
          </p:cNvPr>
          <p:cNvCxnSpPr>
            <a:cxnSpLocks/>
            <a:stCxn id="9" idx="3"/>
          </p:cNvCxnSpPr>
          <p:nvPr/>
        </p:nvCxnSpPr>
        <p:spPr>
          <a:xfrm flipV="1">
            <a:off x="3289300" y="3429000"/>
            <a:ext cx="1665006" cy="307441"/>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B1E491F-EAD2-C431-2B92-9F0CF117B49F}"/>
              </a:ext>
            </a:extLst>
          </p:cNvPr>
          <p:cNvSpPr txBox="1"/>
          <p:nvPr/>
        </p:nvSpPr>
        <p:spPr>
          <a:xfrm>
            <a:off x="2093887" y="4426537"/>
            <a:ext cx="1621791" cy="523220"/>
          </a:xfrm>
          <a:prstGeom prst="rect">
            <a:avLst/>
          </a:prstGeom>
          <a:noFill/>
        </p:spPr>
        <p:txBody>
          <a:bodyPr wrap="none" rtlCol="0">
            <a:spAutoFit/>
          </a:bodyPr>
          <a:lstStyle/>
          <a:p>
            <a:pPr algn="ctr"/>
            <a:r>
              <a:rPr lang="en-US" sz="2800" dirty="0">
                <a:solidFill>
                  <a:srgbClr val="C00000"/>
                </a:solidFill>
              </a:rPr>
              <a:t>Variables</a:t>
            </a:r>
          </a:p>
        </p:txBody>
      </p:sp>
      <p:cxnSp>
        <p:nvCxnSpPr>
          <p:cNvPr id="21" name="Straight Arrow Connector 20">
            <a:extLst>
              <a:ext uri="{FF2B5EF4-FFF2-40B4-BE49-F238E27FC236}">
                <a16:creationId xmlns:a16="http://schemas.microsoft.com/office/drawing/2014/main" id="{6F4D9279-DE67-14CD-17C0-F7A3AA4D8114}"/>
              </a:ext>
            </a:extLst>
          </p:cNvPr>
          <p:cNvCxnSpPr>
            <a:cxnSpLocks/>
          </p:cNvCxnSpPr>
          <p:nvPr/>
        </p:nvCxnSpPr>
        <p:spPr>
          <a:xfrm flipV="1">
            <a:off x="3694568" y="4617720"/>
            <a:ext cx="1544944" cy="78518"/>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9D36E05-7777-3EC1-73B8-2105DF2319D3}"/>
              </a:ext>
            </a:extLst>
          </p:cNvPr>
          <p:cNvSpPr txBox="1"/>
          <p:nvPr/>
        </p:nvSpPr>
        <p:spPr>
          <a:xfrm>
            <a:off x="835016" y="4784657"/>
            <a:ext cx="4139531" cy="523220"/>
          </a:xfrm>
          <a:prstGeom prst="rect">
            <a:avLst/>
          </a:prstGeom>
          <a:noFill/>
        </p:spPr>
        <p:txBody>
          <a:bodyPr wrap="none" rtlCol="0">
            <a:spAutoFit/>
          </a:bodyPr>
          <a:lstStyle/>
          <a:p>
            <a:pPr algn="ctr"/>
            <a:r>
              <a:rPr lang="en-US" sz="2800" dirty="0">
                <a:solidFill>
                  <a:srgbClr val="C00000"/>
                </a:solidFill>
              </a:rPr>
              <a:t>Some of them are integral</a:t>
            </a:r>
          </a:p>
        </p:txBody>
      </p:sp>
      <p:cxnSp>
        <p:nvCxnSpPr>
          <p:cNvPr id="7" name="Straight Arrow Connector 6">
            <a:extLst>
              <a:ext uri="{FF2B5EF4-FFF2-40B4-BE49-F238E27FC236}">
                <a16:creationId xmlns:a16="http://schemas.microsoft.com/office/drawing/2014/main" id="{FB960927-519C-43E4-246F-7B20FF47E70B}"/>
              </a:ext>
            </a:extLst>
          </p:cNvPr>
          <p:cNvCxnSpPr>
            <a:cxnSpLocks/>
          </p:cNvCxnSpPr>
          <p:nvPr/>
        </p:nvCxnSpPr>
        <p:spPr>
          <a:xfrm>
            <a:off x="4572000" y="5228216"/>
            <a:ext cx="594360" cy="131463"/>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2391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D44D-A765-2909-564C-768EBBE04980}"/>
              </a:ext>
            </a:extLst>
          </p:cNvPr>
          <p:cNvSpPr>
            <a:spLocks noGrp="1"/>
          </p:cNvSpPr>
          <p:nvPr>
            <p:ph type="title"/>
          </p:nvPr>
        </p:nvSpPr>
        <p:spPr/>
        <p:txBody>
          <a:bodyPr/>
          <a:lstStyle/>
          <a:p>
            <a:r>
              <a:rPr lang="en-US" dirty="0"/>
              <a:t>Which one is harder?</a:t>
            </a:r>
          </a:p>
        </p:txBody>
      </p:sp>
      <p:pic>
        <p:nvPicPr>
          <p:cNvPr id="4" name="Content Placeholder 3">
            <a:extLst>
              <a:ext uri="{FF2B5EF4-FFF2-40B4-BE49-F238E27FC236}">
                <a16:creationId xmlns:a16="http://schemas.microsoft.com/office/drawing/2014/main" id="{80D38C9B-3162-9D02-74D3-31B5B7BB0F66}"/>
              </a:ext>
            </a:extLst>
          </p:cNvPr>
          <p:cNvPicPr>
            <a:picLocks noGrp="1" noChangeAspect="1"/>
          </p:cNvPicPr>
          <p:nvPr>
            <p:ph idx="1"/>
          </p:nvPr>
        </p:nvPicPr>
        <p:blipFill>
          <a:blip r:embed="rId2"/>
          <a:stretch>
            <a:fillRect/>
          </a:stretch>
        </p:blipFill>
        <p:spPr>
          <a:xfrm>
            <a:off x="838200" y="2691384"/>
            <a:ext cx="3688080" cy="2002577"/>
          </a:xfrm>
          <a:prstGeom prst="rect">
            <a:avLst/>
          </a:prstGeom>
        </p:spPr>
      </p:pic>
      <p:sp>
        <p:nvSpPr>
          <p:cNvPr id="5" name="Rectangle 4">
            <a:extLst>
              <a:ext uri="{FF2B5EF4-FFF2-40B4-BE49-F238E27FC236}">
                <a16:creationId xmlns:a16="http://schemas.microsoft.com/office/drawing/2014/main" id="{FFFC13E0-456D-4D6D-A286-722E995E26DF}"/>
              </a:ext>
            </a:extLst>
          </p:cNvPr>
          <p:cNvSpPr/>
          <p:nvPr/>
        </p:nvSpPr>
        <p:spPr>
          <a:xfrm>
            <a:off x="2178189" y="4352544"/>
            <a:ext cx="1982332" cy="341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23C76C6-B51C-695A-540B-0C1E5CD19E84}"/>
              </a:ext>
            </a:extLst>
          </p:cNvPr>
          <p:cNvPicPr>
            <a:picLocks noChangeAspect="1"/>
          </p:cNvPicPr>
          <p:nvPr/>
        </p:nvPicPr>
        <p:blipFill>
          <a:blip r:embed="rId3"/>
          <a:stretch>
            <a:fillRect/>
          </a:stretch>
        </p:blipFill>
        <p:spPr>
          <a:xfrm>
            <a:off x="7252716" y="193548"/>
            <a:ext cx="3235452" cy="6470904"/>
          </a:xfrm>
          <a:prstGeom prst="rect">
            <a:avLst/>
          </a:prstGeom>
        </p:spPr>
      </p:pic>
      <p:sp>
        <p:nvSpPr>
          <p:cNvPr id="23" name="TextBox 22">
            <a:extLst>
              <a:ext uri="{FF2B5EF4-FFF2-40B4-BE49-F238E27FC236}">
                <a16:creationId xmlns:a16="http://schemas.microsoft.com/office/drawing/2014/main" id="{20507D7E-29B5-EA07-186A-7B6735BD948A}"/>
              </a:ext>
            </a:extLst>
          </p:cNvPr>
          <p:cNvSpPr txBox="1"/>
          <p:nvPr/>
        </p:nvSpPr>
        <p:spPr>
          <a:xfrm>
            <a:off x="6922008" y="103515"/>
            <a:ext cx="471604" cy="523220"/>
          </a:xfrm>
          <a:prstGeom prst="rect">
            <a:avLst/>
          </a:prstGeom>
          <a:noFill/>
        </p:spPr>
        <p:txBody>
          <a:bodyPr wrap="none" rtlCol="0">
            <a:spAutoFit/>
          </a:bodyPr>
          <a:lstStyle/>
          <a:p>
            <a:r>
              <a:rPr lang="en-US" sz="2800" dirty="0">
                <a:solidFill>
                  <a:srgbClr val="C00000"/>
                </a:solidFill>
              </a:rPr>
              <a:t>x</a:t>
            </a:r>
            <a:r>
              <a:rPr lang="en-US" sz="2800" baseline="-25000" dirty="0">
                <a:solidFill>
                  <a:srgbClr val="C00000"/>
                </a:solidFill>
              </a:rPr>
              <a:t>2</a:t>
            </a:r>
          </a:p>
        </p:txBody>
      </p:sp>
      <p:sp>
        <p:nvSpPr>
          <p:cNvPr id="24" name="TextBox 23">
            <a:extLst>
              <a:ext uri="{FF2B5EF4-FFF2-40B4-BE49-F238E27FC236}">
                <a16:creationId xmlns:a16="http://schemas.microsoft.com/office/drawing/2014/main" id="{0B651EE6-0FF2-A5D4-F3D7-0B671985F43C}"/>
              </a:ext>
            </a:extLst>
          </p:cNvPr>
          <p:cNvSpPr txBox="1"/>
          <p:nvPr/>
        </p:nvSpPr>
        <p:spPr>
          <a:xfrm>
            <a:off x="10438564" y="6141232"/>
            <a:ext cx="471604" cy="523220"/>
          </a:xfrm>
          <a:prstGeom prst="rect">
            <a:avLst/>
          </a:prstGeom>
          <a:noFill/>
        </p:spPr>
        <p:txBody>
          <a:bodyPr wrap="none" rtlCol="0">
            <a:spAutoFit/>
          </a:bodyPr>
          <a:lstStyle/>
          <a:p>
            <a:r>
              <a:rPr lang="en-US" sz="2800" dirty="0">
                <a:solidFill>
                  <a:srgbClr val="C00000"/>
                </a:solidFill>
              </a:rPr>
              <a:t>x</a:t>
            </a:r>
            <a:r>
              <a:rPr lang="en-US" sz="2800" baseline="-25000" dirty="0">
                <a:solidFill>
                  <a:srgbClr val="C00000"/>
                </a:solidFill>
              </a:rPr>
              <a:t>1</a:t>
            </a:r>
          </a:p>
        </p:txBody>
      </p:sp>
      <p:sp>
        <p:nvSpPr>
          <p:cNvPr id="28" name="TextBox 27">
            <a:extLst>
              <a:ext uri="{FF2B5EF4-FFF2-40B4-BE49-F238E27FC236}">
                <a16:creationId xmlns:a16="http://schemas.microsoft.com/office/drawing/2014/main" id="{441E9747-2ECC-C524-57ED-283B2052DB8C}"/>
              </a:ext>
            </a:extLst>
          </p:cNvPr>
          <p:cNvSpPr txBox="1"/>
          <p:nvPr/>
        </p:nvSpPr>
        <p:spPr>
          <a:xfrm rot="18901714">
            <a:off x="8588382" y="2541510"/>
            <a:ext cx="1489510" cy="477054"/>
          </a:xfrm>
          <a:prstGeom prst="rect">
            <a:avLst/>
          </a:prstGeom>
          <a:noFill/>
        </p:spPr>
        <p:txBody>
          <a:bodyPr wrap="square" rtlCol="0">
            <a:spAutoFit/>
          </a:bodyPr>
          <a:lstStyle/>
          <a:p>
            <a:r>
              <a:rPr lang="en-US" sz="2500" dirty="0">
                <a:solidFill>
                  <a:srgbClr val="2A6EB2"/>
                </a:solidFill>
              </a:rPr>
              <a:t>-x</a:t>
            </a:r>
            <a:r>
              <a:rPr lang="en-US" sz="2500" baseline="-25000" dirty="0">
                <a:solidFill>
                  <a:srgbClr val="2A6EB2"/>
                </a:solidFill>
              </a:rPr>
              <a:t>1</a:t>
            </a:r>
            <a:r>
              <a:rPr lang="en-US" sz="2500" dirty="0">
                <a:solidFill>
                  <a:srgbClr val="2A6EB2"/>
                </a:solidFill>
              </a:rPr>
              <a:t>+x</a:t>
            </a:r>
            <a:r>
              <a:rPr lang="en-US" sz="2500" baseline="-25000" dirty="0">
                <a:solidFill>
                  <a:srgbClr val="2A6EB2"/>
                </a:solidFill>
              </a:rPr>
              <a:t>2</a:t>
            </a:r>
            <a:r>
              <a:rPr lang="en-US" sz="2500" dirty="0">
                <a:solidFill>
                  <a:srgbClr val="2A6EB2"/>
                </a:solidFill>
              </a:rPr>
              <a:t>&gt;2</a:t>
            </a:r>
            <a:endParaRPr lang="en-US" sz="2500" baseline="-25000" dirty="0">
              <a:solidFill>
                <a:srgbClr val="2A6EB2"/>
              </a:solidFill>
            </a:endParaRPr>
          </a:p>
        </p:txBody>
      </p:sp>
      <p:sp>
        <p:nvSpPr>
          <p:cNvPr id="29" name="TextBox 28">
            <a:extLst>
              <a:ext uri="{FF2B5EF4-FFF2-40B4-BE49-F238E27FC236}">
                <a16:creationId xmlns:a16="http://schemas.microsoft.com/office/drawing/2014/main" id="{7C3A39C8-5A4E-FE1C-2138-66957793E0E0}"/>
              </a:ext>
            </a:extLst>
          </p:cNvPr>
          <p:cNvSpPr txBox="1"/>
          <p:nvPr/>
        </p:nvSpPr>
        <p:spPr>
          <a:xfrm rot="4553724">
            <a:off x="8201495" y="4977421"/>
            <a:ext cx="1874885" cy="477054"/>
          </a:xfrm>
          <a:prstGeom prst="rect">
            <a:avLst/>
          </a:prstGeom>
          <a:noFill/>
        </p:spPr>
        <p:txBody>
          <a:bodyPr wrap="square" rtlCol="0">
            <a:spAutoFit/>
          </a:bodyPr>
          <a:lstStyle/>
          <a:p>
            <a:r>
              <a:rPr lang="en-US" sz="2500" dirty="0">
                <a:solidFill>
                  <a:srgbClr val="C00000"/>
                </a:solidFill>
              </a:rPr>
              <a:t>8x</a:t>
            </a:r>
            <a:r>
              <a:rPr lang="en-US" sz="2500" baseline="-25000" dirty="0">
                <a:solidFill>
                  <a:srgbClr val="C00000"/>
                </a:solidFill>
              </a:rPr>
              <a:t>1</a:t>
            </a:r>
            <a:r>
              <a:rPr lang="en-US" sz="2500" dirty="0">
                <a:solidFill>
                  <a:srgbClr val="C00000"/>
                </a:solidFill>
              </a:rPr>
              <a:t>+2x</a:t>
            </a:r>
            <a:r>
              <a:rPr lang="en-US" sz="2500" baseline="-25000" dirty="0">
                <a:solidFill>
                  <a:srgbClr val="C00000"/>
                </a:solidFill>
              </a:rPr>
              <a:t>2</a:t>
            </a:r>
            <a:r>
              <a:rPr lang="en-US" sz="2500" dirty="0">
                <a:solidFill>
                  <a:srgbClr val="C00000"/>
                </a:solidFill>
              </a:rPr>
              <a:t>&gt;17</a:t>
            </a:r>
            <a:endParaRPr lang="en-US" sz="2500" baseline="-25000" dirty="0">
              <a:solidFill>
                <a:srgbClr val="C00000"/>
              </a:solidFill>
            </a:endParaRPr>
          </a:p>
        </p:txBody>
      </p:sp>
      <p:sp>
        <p:nvSpPr>
          <p:cNvPr id="30" name="TextBox 29">
            <a:extLst>
              <a:ext uri="{FF2B5EF4-FFF2-40B4-BE49-F238E27FC236}">
                <a16:creationId xmlns:a16="http://schemas.microsoft.com/office/drawing/2014/main" id="{94C29C32-F560-758D-7344-E175461264D7}"/>
              </a:ext>
            </a:extLst>
          </p:cNvPr>
          <p:cNvSpPr txBox="1"/>
          <p:nvPr/>
        </p:nvSpPr>
        <p:spPr>
          <a:xfrm rot="18901714">
            <a:off x="8998345" y="2935751"/>
            <a:ext cx="1489510" cy="477054"/>
          </a:xfrm>
          <a:prstGeom prst="rect">
            <a:avLst/>
          </a:prstGeom>
          <a:noFill/>
        </p:spPr>
        <p:txBody>
          <a:bodyPr wrap="square" rtlCol="0">
            <a:spAutoFit/>
          </a:bodyPr>
          <a:lstStyle/>
          <a:p>
            <a:r>
              <a:rPr lang="en-US" sz="2500" dirty="0">
                <a:solidFill>
                  <a:srgbClr val="2A6EB2"/>
                </a:solidFill>
              </a:rPr>
              <a:t>-x</a:t>
            </a:r>
            <a:r>
              <a:rPr lang="en-US" sz="2500" baseline="-25000" dirty="0">
                <a:solidFill>
                  <a:srgbClr val="2A6EB2"/>
                </a:solidFill>
              </a:rPr>
              <a:t>1</a:t>
            </a:r>
            <a:r>
              <a:rPr lang="en-US" sz="2500" dirty="0">
                <a:solidFill>
                  <a:srgbClr val="2A6EB2"/>
                </a:solidFill>
              </a:rPr>
              <a:t>+x</a:t>
            </a:r>
            <a:r>
              <a:rPr lang="en-US" sz="2500" baseline="-25000" dirty="0">
                <a:solidFill>
                  <a:srgbClr val="2A6EB2"/>
                </a:solidFill>
              </a:rPr>
              <a:t>2</a:t>
            </a:r>
            <a:r>
              <a:rPr lang="en-US" sz="2500" dirty="0">
                <a:solidFill>
                  <a:srgbClr val="2A6EB2"/>
                </a:solidFill>
              </a:rPr>
              <a:t>&lt;2</a:t>
            </a:r>
            <a:endParaRPr lang="en-US" sz="2500" baseline="-25000" dirty="0">
              <a:solidFill>
                <a:srgbClr val="2A6EB2"/>
              </a:solidFill>
            </a:endParaRPr>
          </a:p>
        </p:txBody>
      </p:sp>
      <p:sp>
        <p:nvSpPr>
          <p:cNvPr id="31" name="TextBox 30">
            <a:extLst>
              <a:ext uri="{FF2B5EF4-FFF2-40B4-BE49-F238E27FC236}">
                <a16:creationId xmlns:a16="http://schemas.microsoft.com/office/drawing/2014/main" id="{07444F6C-AC49-44C9-B166-C8329C7DD04E}"/>
              </a:ext>
            </a:extLst>
          </p:cNvPr>
          <p:cNvSpPr txBox="1"/>
          <p:nvPr/>
        </p:nvSpPr>
        <p:spPr>
          <a:xfrm rot="4553724">
            <a:off x="7650408" y="5081325"/>
            <a:ext cx="1874885" cy="477054"/>
          </a:xfrm>
          <a:prstGeom prst="rect">
            <a:avLst/>
          </a:prstGeom>
          <a:noFill/>
        </p:spPr>
        <p:txBody>
          <a:bodyPr wrap="square" rtlCol="0">
            <a:spAutoFit/>
          </a:bodyPr>
          <a:lstStyle/>
          <a:p>
            <a:r>
              <a:rPr lang="en-US" sz="2500" dirty="0">
                <a:solidFill>
                  <a:srgbClr val="C00000"/>
                </a:solidFill>
              </a:rPr>
              <a:t>8x</a:t>
            </a:r>
            <a:r>
              <a:rPr lang="en-US" sz="2500" baseline="-25000" dirty="0">
                <a:solidFill>
                  <a:srgbClr val="C00000"/>
                </a:solidFill>
              </a:rPr>
              <a:t>1</a:t>
            </a:r>
            <a:r>
              <a:rPr lang="en-US" sz="2500" dirty="0">
                <a:solidFill>
                  <a:srgbClr val="C00000"/>
                </a:solidFill>
              </a:rPr>
              <a:t>+2x</a:t>
            </a:r>
            <a:r>
              <a:rPr lang="en-US" sz="2500" baseline="-25000" dirty="0">
                <a:solidFill>
                  <a:srgbClr val="C00000"/>
                </a:solidFill>
              </a:rPr>
              <a:t>2</a:t>
            </a:r>
            <a:r>
              <a:rPr lang="en-US" sz="2500" dirty="0">
                <a:solidFill>
                  <a:srgbClr val="C00000"/>
                </a:solidFill>
              </a:rPr>
              <a:t>&lt;17</a:t>
            </a:r>
            <a:endParaRPr lang="en-US" sz="2500" baseline="-25000" dirty="0">
              <a:solidFill>
                <a:srgbClr val="C00000"/>
              </a:solidFill>
            </a:endParaRPr>
          </a:p>
        </p:txBody>
      </p:sp>
      <p:sp>
        <p:nvSpPr>
          <p:cNvPr id="32" name="Oval 31">
            <a:extLst>
              <a:ext uri="{FF2B5EF4-FFF2-40B4-BE49-F238E27FC236}">
                <a16:creationId xmlns:a16="http://schemas.microsoft.com/office/drawing/2014/main" id="{7769D0FF-80C0-A355-254F-813DDA5C10CF}"/>
              </a:ext>
            </a:extLst>
          </p:cNvPr>
          <p:cNvSpPr/>
          <p:nvPr/>
        </p:nvSpPr>
        <p:spPr>
          <a:xfrm>
            <a:off x="8421624" y="3954092"/>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C994249-DEA8-9133-8A06-353C19560D5C}"/>
              </a:ext>
            </a:extLst>
          </p:cNvPr>
          <p:cNvSpPr/>
          <p:nvPr/>
        </p:nvSpPr>
        <p:spPr>
          <a:xfrm>
            <a:off x="8990002" y="6136999"/>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1EB2467-DE29-18FA-FB58-CBC64296EA02}"/>
              </a:ext>
            </a:extLst>
          </p:cNvPr>
          <p:cNvSpPr/>
          <p:nvPr/>
        </p:nvSpPr>
        <p:spPr>
          <a:xfrm>
            <a:off x="7574858" y="4828868"/>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3ED6C32-C2BF-2684-3344-3AD8B716D840}"/>
              </a:ext>
            </a:extLst>
          </p:cNvPr>
          <p:cNvSpPr/>
          <p:nvPr/>
        </p:nvSpPr>
        <p:spPr>
          <a:xfrm>
            <a:off x="7574858" y="6138652"/>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9383589B-26BF-41D9-2568-04E80BAC6651}"/>
              </a:ext>
            </a:extLst>
          </p:cNvPr>
          <p:cNvSpPr txBox="1"/>
          <p:nvPr/>
        </p:nvSpPr>
        <p:spPr>
          <a:xfrm>
            <a:off x="838200" y="5081873"/>
            <a:ext cx="5676765" cy="1631216"/>
          </a:xfrm>
          <a:prstGeom prst="rect">
            <a:avLst/>
          </a:prstGeom>
          <a:noFill/>
        </p:spPr>
        <p:txBody>
          <a:bodyPr wrap="square" rtlCol="0">
            <a:spAutoFit/>
          </a:bodyPr>
          <a:lstStyle/>
          <a:p>
            <a:r>
              <a:rPr lang="en-US" sz="2000" dirty="0">
                <a:solidFill>
                  <a:srgbClr val="C00000"/>
                </a:solidFill>
              </a:rPr>
              <a:t>An algorithm needs to visit these extreme points. Worst case exponential, but very fast in practice (read about smoothed analysis). There are also polynomial algorithms but some of them are extremely slow!</a:t>
            </a:r>
          </a:p>
        </p:txBody>
      </p:sp>
      <p:sp>
        <p:nvSpPr>
          <p:cNvPr id="38" name="TextBox 37">
            <a:extLst>
              <a:ext uri="{FF2B5EF4-FFF2-40B4-BE49-F238E27FC236}">
                <a16:creationId xmlns:a16="http://schemas.microsoft.com/office/drawing/2014/main" id="{6B2EA349-7E1C-7577-1DE5-B4A1AC8ABEE9}"/>
              </a:ext>
            </a:extLst>
          </p:cNvPr>
          <p:cNvSpPr txBox="1"/>
          <p:nvPr/>
        </p:nvSpPr>
        <p:spPr>
          <a:xfrm>
            <a:off x="4170076" y="1635623"/>
            <a:ext cx="3033036" cy="1323439"/>
          </a:xfrm>
          <a:prstGeom prst="rect">
            <a:avLst/>
          </a:prstGeom>
          <a:noFill/>
        </p:spPr>
        <p:txBody>
          <a:bodyPr wrap="square" rtlCol="0">
            <a:spAutoFit/>
          </a:bodyPr>
          <a:lstStyle/>
          <a:p>
            <a:r>
              <a:rPr lang="en-US" sz="2000" dirty="0">
                <a:solidFill>
                  <a:srgbClr val="C00000"/>
                </a:solidFill>
              </a:rPr>
              <a:t>Fact: OPT in some extreme point of the polytope surrounding the solution space</a:t>
            </a:r>
          </a:p>
        </p:txBody>
      </p:sp>
    </p:spTree>
    <p:extLst>
      <p:ext uri="{BB962C8B-B14F-4D97-AF65-F5344CB8AC3E}">
        <p14:creationId xmlns:p14="http://schemas.microsoft.com/office/powerpoint/2010/main" val="115334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6B533-7A09-6EA1-DAF8-AD417D6A8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9BE9B-4571-6506-85B7-103F5ECC9459}"/>
              </a:ext>
            </a:extLst>
          </p:cNvPr>
          <p:cNvSpPr>
            <a:spLocks noGrp="1"/>
          </p:cNvSpPr>
          <p:nvPr>
            <p:ph type="title"/>
          </p:nvPr>
        </p:nvSpPr>
        <p:spPr/>
        <p:txBody>
          <a:bodyPr/>
          <a:lstStyle/>
          <a:p>
            <a:r>
              <a:rPr lang="en-US" dirty="0"/>
              <a:t>Which one is harder?</a:t>
            </a:r>
          </a:p>
        </p:txBody>
      </p:sp>
      <p:pic>
        <p:nvPicPr>
          <p:cNvPr id="4" name="Content Placeholder 3">
            <a:extLst>
              <a:ext uri="{FF2B5EF4-FFF2-40B4-BE49-F238E27FC236}">
                <a16:creationId xmlns:a16="http://schemas.microsoft.com/office/drawing/2014/main" id="{D6265D76-C3D2-1E16-4024-C87311ACAEB0}"/>
              </a:ext>
            </a:extLst>
          </p:cNvPr>
          <p:cNvPicPr>
            <a:picLocks noGrp="1" noChangeAspect="1"/>
          </p:cNvPicPr>
          <p:nvPr>
            <p:ph idx="1"/>
          </p:nvPr>
        </p:nvPicPr>
        <p:blipFill>
          <a:blip r:embed="rId2"/>
          <a:stretch>
            <a:fillRect/>
          </a:stretch>
        </p:blipFill>
        <p:spPr>
          <a:xfrm>
            <a:off x="838200" y="2691384"/>
            <a:ext cx="3688080" cy="2002577"/>
          </a:xfrm>
          <a:prstGeom prst="rect">
            <a:avLst/>
          </a:prstGeom>
        </p:spPr>
      </p:pic>
      <p:pic>
        <p:nvPicPr>
          <p:cNvPr id="21" name="Picture 20">
            <a:extLst>
              <a:ext uri="{FF2B5EF4-FFF2-40B4-BE49-F238E27FC236}">
                <a16:creationId xmlns:a16="http://schemas.microsoft.com/office/drawing/2014/main" id="{2DD5EF3B-1CE5-975B-2F1A-793AE6D36EA4}"/>
              </a:ext>
            </a:extLst>
          </p:cNvPr>
          <p:cNvPicPr>
            <a:picLocks noChangeAspect="1"/>
          </p:cNvPicPr>
          <p:nvPr/>
        </p:nvPicPr>
        <p:blipFill>
          <a:blip r:embed="rId3"/>
          <a:stretch>
            <a:fillRect/>
          </a:stretch>
        </p:blipFill>
        <p:spPr>
          <a:xfrm>
            <a:off x="7252716" y="193548"/>
            <a:ext cx="3235452" cy="6470904"/>
          </a:xfrm>
          <a:prstGeom prst="rect">
            <a:avLst/>
          </a:prstGeom>
        </p:spPr>
      </p:pic>
      <p:sp>
        <p:nvSpPr>
          <p:cNvPr id="23" name="TextBox 22">
            <a:extLst>
              <a:ext uri="{FF2B5EF4-FFF2-40B4-BE49-F238E27FC236}">
                <a16:creationId xmlns:a16="http://schemas.microsoft.com/office/drawing/2014/main" id="{04C69377-20AD-B495-7DC9-E9042C0CAE64}"/>
              </a:ext>
            </a:extLst>
          </p:cNvPr>
          <p:cNvSpPr txBox="1"/>
          <p:nvPr/>
        </p:nvSpPr>
        <p:spPr>
          <a:xfrm>
            <a:off x="6922008" y="103515"/>
            <a:ext cx="471604" cy="523220"/>
          </a:xfrm>
          <a:prstGeom prst="rect">
            <a:avLst/>
          </a:prstGeom>
          <a:noFill/>
        </p:spPr>
        <p:txBody>
          <a:bodyPr wrap="none" rtlCol="0">
            <a:spAutoFit/>
          </a:bodyPr>
          <a:lstStyle/>
          <a:p>
            <a:r>
              <a:rPr lang="en-US" sz="2800" dirty="0">
                <a:solidFill>
                  <a:srgbClr val="C00000"/>
                </a:solidFill>
              </a:rPr>
              <a:t>x</a:t>
            </a:r>
            <a:r>
              <a:rPr lang="en-US" sz="2800" baseline="-25000" dirty="0">
                <a:solidFill>
                  <a:srgbClr val="C00000"/>
                </a:solidFill>
              </a:rPr>
              <a:t>2</a:t>
            </a:r>
          </a:p>
        </p:txBody>
      </p:sp>
      <p:sp>
        <p:nvSpPr>
          <p:cNvPr id="24" name="TextBox 23">
            <a:extLst>
              <a:ext uri="{FF2B5EF4-FFF2-40B4-BE49-F238E27FC236}">
                <a16:creationId xmlns:a16="http://schemas.microsoft.com/office/drawing/2014/main" id="{CE37D6A7-EE38-715E-5AB8-DAFFB356D7C6}"/>
              </a:ext>
            </a:extLst>
          </p:cNvPr>
          <p:cNvSpPr txBox="1"/>
          <p:nvPr/>
        </p:nvSpPr>
        <p:spPr>
          <a:xfrm>
            <a:off x="10438564" y="6141232"/>
            <a:ext cx="471604" cy="523220"/>
          </a:xfrm>
          <a:prstGeom prst="rect">
            <a:avLst/>
          </a:prstGeom>
          <a:noFill/>
        </p:spPr>
        <p:txBody>
          <a:bodyPr wrap="none" rtlCol="0">
            <a:spAutoFit/>
          </a:bodyPr>
          <a:lstStyle/>
          <a:p>
            <a:r>
              <a:rPr lang="en-US" sz="2800" dirty="0">
                <a:solidFill>
                  <a:srgbClr val="C00000"/>
                </a:solidFill>
              </a:rPr>
              <a:t>x</a:t>
            </a:r>
            <a:r>
              <a:rPr lang="en-US" sz="2800" baseline="-25000" dirty="0">
                <a:solidFill>
                  <a:srgbClr val="C00000"/>
                </a:solidFill>
              </a:rPr>
              <a:t>1</a:t>
            </a:r>
          </a:p>
        </p:txBody>
      </p:sp>
      <p:sp>
        <p:nvSpPr>
          <p:cNvPr id="32" name="Oval 31">
            <a:extLst>
              <a:ext uri="{FF2B5EF4-FFF2-40B4-BE49-F238E27FC236}">
                <a16:creationId xmlns:a16="http://schemas.microsoft.com/office/drawing/2014/main" id="{614EA9FE-B9CB-04B5-B08A-04A79D6BF1CC}"/>
              </a:ext>
            </a:extLst>
          </p:cNvPr>
          <p:cNvSpPr/>
          <p:nvPr/>
        </p:nvSpPr>
        <p:spPr>
          <a:xfrm>
            <a:off x="8259299" y="4828868"/>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A5C7CB8-5CCC-2346-EEB3-6FE7783E8CD6}"/>
              </a:ext>
            </a:extLst>
          </p:cNvPr>
          <p:cNvSpPr/>
          <p:nvPr/>
        </p:nvSpPr>
        <p:spPr>
          <a:xfrm>
            <a:off x="8259299" y="6140844"/>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98E3FA9-337D-E642-34C3-137A8E786A79}"/>
              </a:ext>
            </a:extLst>
          </p:cNvPr>
          <p:cNvSpPr/>
          <p:nvPr/>
        </p:nvSpPr>
        <p:spPr>
          <a:xfrm>
            <a:off x="7585397" y="4828868"/>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08042AF-92C9-24BA-5B2D-1DD320AD1C9E}"/>
              </a:ext>
            </a:extLst>
          </p:cNvPr>
          <p:cNvSpPr/>
          <p:nvPr/>
        </p:nvSpPr>
        <p:spPr>
          <a:xfrm>
            <a:off x="7585397" y="6142497"/>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8A4A474-4431-712E-3FC2-D367C9E90BDB}"/>
              </a:ext>
            </a:extLst>
          </p:cNvPr>
          <p:cNvSpPr txBox="1"/>
          <p:nvPr/>
        </p:nvSpPr>
        <p:spPr>
          <a:xfrm>
            <a:off x="838200" y="5081873"/>
            <a:ext cx="5676765" cy="400110"/>
          </a:xfrm>
          <a:prstGeom prst="rect">
            <a:avLst/>
          </a:prstGeom>
          <a:noFill/>
        </p:spPr>
        <p:txBody>
          <a:bodyPr wrap="square" rtlCol="0">
            <a:spAutoFit/>
          </a:bodyPr>
          <a:lstStyle/>
          <a:p>
            <a:r>
              <a:rPr lang="en-US" sz="2000" dirty="0">
                <a:solidFill>
                  <a:srgbClr val="C00000"/>
                </a:solidFill>
              </a:rPr>
              <a:t>No known polynomial time algorithm here!</a:t>
            </a:r>
          </a:p>
        </p:txBody>
      </p:sp>
      <p:sp>
        <p:nvSpPr>
          <p:cNvPr id="3" name="Oval 2">
            <a:extLst>
              <a:ext uri="{FF2B5EF4-FFF2-40B4-BE49-F238E27FC236}">
                <a16:creationId xmlns:a16="http://schemas.microsoft.com/office/drawing/2014/main" id="{C2C36F7B-93C2-D7A0-E25F-26B5F69E403A}"/>
              </a:ext>
            </a:extLst>
          </p:cNvPr>
          <p:cNvSpPr/>
          <p:nvPr/>
        </p:nvSpPr>
        <p:spPr>
          <a:xfrm>
            <a:off x="8909120" y="6138652"/>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D730FDD-D5AA-1D85-D94E-6E45C6057A0A}"/>
              </a:ext>
            </a:extLst>
          </p:cNvPr>
          <p:cNvSpPr/>
          <p:nvPr/>
        </p:nvSpPr>
        <p:spPr>
          <a:xfrm>
            <a:off x="7585397" y="5483760"/>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6C3397F-8773-6852-AB61-EE874E6BCF64}"/>
              </a:ext>
            </a:extLst>
          </p:cNvPr>
          <p:cNvSpPr/>
          <p:nvPr/>
        </p:nvSpPr>
        <p:spPr>
          <a:xfrm>
            <a:off x="8259299" y="5483760"/>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C97E02A-4BF6-BF9F-929B-DBF1270ADEF1}"/>
              </a:ext>
            </a:extLst>
          </p:cNvPr>
          <p:cNvSpPr/>
          <p:nvPr/>
        </p:nvSpPr>
        <p:spPr>
          <a:xfrm>
            <a:off x="8259299" y="4171784"/>
            <a:ext cx="166226" cy="16622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261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B2DF-AF2F-CF01-7CFA-60068F0C3C55}"/>
              </a:ext>
            </a:extLst>
          </p:cNvPr>
          <p:cNvSpPr>
            <a:spLocks noGrp="1"/>
          </p:cNvSpPr>
          <p:nvPr>
            <p:ph type="title"/>
          </p:nvPr>
        </p:nvSpPr>
        <p:spPr/>
        <p:txBody>
          <a:bodyPr/>
          <a:lstStyle/>
          <a:p>
            <a:r>
              <a:rPr lang="en-US" dirty="0"/>
              <a:t>Which one is harder?</a:t>
            </a:r>
          </a:p>
        </p:txBody>
      </p:sp>
      <p:sp>
        <p:nvSpPr>
          <p:cNvPr id="4" name="Content Placeholder 3">
            <a:extLst>
              <a:ext uri="{FF2B5EF4-FFF2-40B4-BE49-F238E27FC236}">
                <a16:creationId xmlns:a16="http://schemas.microsoft.com/office/drawing/2014/main" id="{9E848DF7-F77A-2606-3F80-A7F20D35F350}"/>
              </a:ext>
            </a:extLst>
          </p:cNvPr>
          <p:cNvSpPr>
            <a:spLocks noGrp="1"/>
          </p:cNvSpPr>
          <p:nvPr>
            <p:ph sz="half" idx="2"/>
          </p:nvPr>
        </p:nvSpPr>
        <p:spPr/>
        <p:txBody>
          <a:bodyPr/>
          <a:lstStyle/>
          <a:p>
            <a:r>
              <a:rPr lang="en-US" dirty="0"/>
              <a:t>This formulation can be shown to solve vertex cover</a:t>
            </a:r>
          </a:p>
          <a:p>
            <a:r>
              <a:rPr lang="en-US" dirty="0"/>
              <a:t>So, solving ILPs is NP-hard</a:t>
            </a:r>
          </a:p>
          <a:p>
            <a:r>
              <a:rPr lang="en-US" dirty="0"/>
              <a:t>Can we use Linear Programming relaxations (LPRs) – where integrality constraint is dropped?</a:t>
            </a:r>
          </a:p>
        </p:txBody>
      </p:sp>
      <p:pic>
        <p:nvPicPr>
          <p:cNvPr id="5" name="Picture 4">
            <a:extLst>
              <a:ext uri="{FF2B5EF4-FFF2-40B4-BE49-F238E27FC236}">
                <a16:creationId xmlns:a16="http://schemas.microsoft.com/office/drawing/2014/main" id="{9FF54145-EDB4-EF36-7FAD-8C5A0CB20D78}"/>
              </a:ext>
            </a:extLst>
          </p:cNvPr>
          <p:cNvPicPr>
            <a:picLocks noChangeAspect="1"/>
          </p:cNvPicPr>
          <p:nvPr/>
        </p:nvPicPr>
        <p:blipFill>
          <a:blip r:embed="rId2"/>
          <a:stretch>
            <a:fillRect/>
          </a:stretch>
        </p:blipFill>
        <p:spPr>
          <a:xfrm>
            <a:off x="637032" y="2390521"/>
            <a:ext cx="4738606" cy="2076958"/>
          </a:xfrm>
          <a:prstGeom prst="rect">
            <a:avLst/>
          </a:prstGeom>
        </p:spPr>
      </p:pic>
    </p:spTree>
    <p:extLst>
      <p:ext uri="{BB962C8B-B14F-4D97-AF65-F5344CB8AC3E}">
        <p14:creationId xmlns:p14="http://schemas.microsoft.com/office/powerpoint/2010/main" val="1584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F7561-6DF0-42E7-76F6-CE4D5B6DCBD1}"/>
              </a:ext>
            </a:extLst>
          </p:cNvPr>
          <p:cNvSpPr>
            <a:spLocks noGrp="1"/>
          </p:cNvSpPr>
          <p:nvPr>
            <p:ph type="title"/>
          </p:nvPr>
        </p:nvSpPr>
        <p:spPr/>
        <p:txBody>
          <a:bodyPr/>
          <a:lstStyle/>
          <a:p>
            <a:r>
              <a:rPr lang="en-US" dirty="0"/>
              <a:t>How can we solve ILPs?</a:t>
            </a:r>
          </a:p>
        </p:txBody>
      </p:sp>
      <p:sp>
        <p:nvSpPr>
          <p:cNvPr id="3" name="Content Placeholder 2">
            <a:extLst>
              <a:ext uri="{FF2B5EF4-FFF2-40B4-BE49-F238E27FC236}">
                <a16:creationId xmlns:a16="http://schemas.microsoft.com/office/drawing/2014/main" id="{E9AE4BF9-E397-3402-13E0-B683917CEECF}"/>
              </a:ext>
            </a:extLst>
          </p:cNvPr>
          <p:cNvSpPr>
            <a:spLocks noGrp="1"/>
          </p:cNvSpPr>
          <p:nvPr>
            <p:ph idx="1"/>
          </p:nvPr>
        </p:nvSpPr>
        <p:spPr/>
        <p:txBody>
          <a:bodyPr/>
          <a:lstStyle/>
          <a:p>
            <a:r>
              <a:rPr lang="en-US" dirty="0"/>
              <a:t>We know that solution to a LPR gives an upper/lower bound to the solution of ILP</a:t>
            </a:r>
          </a:p>
          <a:p>
            <a:pPr lvl="1"/>
            <a:r>
              <a:rPr lang="en-US" dirty="0"/>
              <a:t>Why?</a:t>
            </a:r>
          </a:p>
          <a:p>
            <a:pPr lvl="1"/>
            <a:r>
              <a:rPr lang="en-US" dirty="0"/>
              <a:t>Integers are a subset of </a:t>
            </a:r>
            <a:r>
              <a:rPr lang="en-US" dirty="0" err="1"/>
              <a:t>rationals</a:t>
            </a:r>
            <a:r>
              <a:rPr lang="en-US" dirty="0"/>
              <a:t>, so every integral solution is a valid linear solution</a:t>
            </a:r>
          </a:p>
          <a:p>
            <a:pPr lvl="1"/>
            <a:r>
              <a:rPr lang="en-US" dirty="0"/>
              <a:t>But a fractional solution can potentially be better</a:t>
            </a:r>
          </a:p>
          <a:p>
            <a:pPr lvl="1"/>
            <a:r>
              <a:rPr lang="en-US" dirty="0"/>
              <a:t>So, for maximization problems LPRs provide upper bounds and for minimization problems they provide lower bounds</a:t>
            </a:r>
          </a:p>
        </p:txBody>
      </p:sp>
    </p:spTree>
    <p:extLst>
      <p:ext uri="{BB962C8B-B14F-4D97-AF65-F5344CB8AC3E}">
        <p14:creationId xmlns:p14="http://schemas.microsoft.com/office/powerpoint/2010/main" val="128809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12FC7-200E-D26C-F9FB-A9A983A57778}"/>
              </a:ext>
            </a:extLst>
          </p:cNvPr>
          <p:cNvSpPr>
            <a:spLocks noGrp="1"/>
          </p:cNvSpPr>
          <p:nvPr>
            <p:ph type="title"/>
          </p:nvPr>
        </p:nvSpPr>
        <p:spPr/>
        <p:txBody>
          <a:bodyPr/>
          <a:lstStyle/>
          <a:p>
            <a:r>
              <a:rPr lang="en-US" dirty="0"/>
              <a:t>What can we do with a fractional solution?</a:t>
            </a:r>
          </a:p>
        </p:txBody>
      </p:sp>
      <p:sp>
        <p:nvSpPr>
          <p:cNvPr id="3" name="Content Placeholder 2">
            <a:extLst>
              <a:ext uri="{FF2B5EF4-FFF2-40B4-BE49-F238E27FC236}">
                <a16:creationId xmlns:a16="http://schemas.microsoft.com/office/drawing/2014/main" id="{CA9B1528-1C08-7559-A6BD-E4BE4502EF2F}"/>
              </a:ext>
            </a:extLst>
          </p:cNvPr>
          <p:cNvSpPr>
            <a:spLocks noGrp="1"/>
          </p:cNvSpPr>
          <p:nvPr>
            <p:ph idx="1"/>
          </p:nvPr>
        </p:nvSpPr>
        <p:spPr/>
        <p:txBody>
          <a:bodyPr/>
          <a:lstStyle/>
          <a:p>
            <a:r>
              <a:rPr lang="en-US" dirty="0"/>
              <a:t>Idea 1: round the variables up/down?</a:t>
            </a:r>
          </a:p>
          <a:p>
            <a:pPr lvl="1"/>
            <a:r>
              <a:rPr lang="en-US" dirty="0"/>
              <a:t>Can we expect this to work?</a:t>
            </a:r>
          </a:p>
          <a:p>
            <a:pPr lvl="1"/>
            <a:r>
              <a:rPr lang="en-US" dirty="0"/>
              <a:t>In some cases, this gives an approximation!</a:t>
            </a:r>
          </a:p>
          <a:p>
            <a:r>
              <a:rPr lang="en-US" dirty="0"/>
              <a:t>Idea 2: use the bounds and branch on fractional variables</a:t>
            </a:r>
          </a:p>
          <a:p>
            <a:pPr lvl="1"/>
            <a:r>
              <a:rPr lang="en-US" dirty="0"/>
              <a:t>Need to do this in the way that so that we do not discard valid integral solutions</a:t>
            </a:r>
          </a:p>
          <a:p>
            <a:pPr lvl="1"/>
            <a:r>
              <a:rPr lang="en-US" dirty="0"/>
              <a:t>Hope that LPR will result in a fractional assignment in reasonable time</a:t>
            </a:r>
          </a:p>
        </p:txBody>
      </p:sp>
    </p:spTree>
    <p:extLst>
      <p:ext uri="{BB962C8B-B14F-4D97-AF65-F5344CB8AC3E}">
        <p14:creationId xmlns:p14="http://schemas.microsoft.com/office/powerpoint/2010/main" val="399220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C786-52BD-A21F-B8C2-838CF6C09773}"/>
              </a:ext>
            </a:extLst>
          </p:cNvPr>
          <p:cNvSpPr>
            <a:spLocks noGrp="1"/>
          </p:cNvSpPr>
          <p:nvPr>
            <p:ph type="title"/>
          </p:nvPr>
        </p:nvSpPr>
        <p:spPr/>
        <p:txBody>
          <a:bodyPr/>
          <a:lstStyle/>
          <a:p>
            <a:r>
              <a:rPr lang="en-US" dirty="0"/>
              <a:t>Branch-and-bound [1]</a:t>
            </a:r>
          </a:p>
        </p:txBody>
      </p:sp>
      <p:pic>
        <p:nvPicPr>
          <p:cNvPr id="4" name="Content Placeholder 3">
            <a:extLst>
              <a:ext uri="{FF2B5EF4-FFF2-40B4-BE49-F238E27FC236}">
                <a16:creationId xmlns:a16="http://schemas.microsoft.com/office/drawing/2014/main" id="{33FA3C90-DCE5-9182-35DF-754A94146062}"/>
              </a:ext>
            </a:extLst>
          </p:cNvPr>
          <p:cNvPicPr>
            <a:picLocks noGrp="1" noChangeAspect="1"/>
          </p:cNvPicPr>
          <p:nvPr>
            <p:ph idx="1"/>
          </p:nvPr>
        </p:nvPicPr>
        <p:blipFill>
          <a:blip r:embed="rId2"/>
          <a:stretch>
            <a:fillRect/>
          </a:stretch>
        </p:blipFill>
        <p:spPr>
          <a:xfrm>
            <a:off x="3289300" y="2181882"/>
            <a:ext cx="5613400" cy="3048000"/>
          </a:xfrm>
          <a:prstGeom prst="rect">
            <a:avLst/>
          </a:prstGeom>
        </p:spPr>
      </p:pic>
      <p:sp>
        <p:nvSpPr>
          <p:cNvPr id="5" name="TextBox 4">
            <a:extLst>
              <a:ext uri="{FF2B5EF4-FFF2-40B4-BE49-F238E27FC236}">
                <a16:creationId xmlns:a16="http://schemas.microsoft.com/office/drawing/2014/main" id="{1D931001-AB84-7DF8-4D1D-9E236835B26D}"/>
              </a:ext>
            </a:extLst>
          </p:cNvPr>
          <p:cNvSpPr txBox="1"/>
          <p:nvPr/>
        </p:nvSpPr>
        <p:spPr>
          <a:xfrm>
            <a:off x="936434" y="3944039"/>
            <a:ext cx="2000869" cy="1384995"/>
          </a:xfrm>
          <a:prstGeom prst="rect">
            <a:avLst/>
          </a:prstGeom>
          <a:noFill/>
        </p:spPr>
        <p:txBody>
          <a:bodyPr wrap="none" rtlCol="0">
            <a:spAutoFit/>
          </a:bodyPr>
          <a:lstStyle/>
          <a:p>
            <a:r>
              <a:rPr lang="en-US" sz="2800" dirty="0">
                <a:solidFill>
                  <a:srgbClr val="FF0000"/>
                </a:solidFill>
              </a:rPr>
              <a:t>LPR = 14.08</a:t>
            </a:r>
          </a:p>
          <a:p>
            <a:r>
              <a:rPr lang="en-US" sz="2800" dirty="0">
                <a:solidFill>
                  <a:srgbClr val="FF0000"/>
                </a:solidFill>
              </a:rPr>
              <a:t>X</a:t>
            </a:r>
            <a:r>
              <a:rPr lang="en-US" sz="2800" baseline="-25000" dirty="0">
                <a:solidFill>
                  <a:srgbClr val="FF0000"/>
                </a:solidFill>
              </a:rPr>
              <a:t>1</a:t>
            </a:r>
            <a:r>
              <a:rPr lang="en-US" sz="2800" dirty="0">
                <a:solidFill>
                  <a:srgbClr val="FF0000"/>
                </a:solidFill>
              </a:rPr>
              <a:t>=1.3</a:t>
            </a:r>
          </a:p>
          <a:p>
            <a:r>
              <a:rPr lang="en-US" sz="2800" dirty="0">
                <a:solidFill>
                  <a:srgbClr val="FF0000"/>
                </a:solidFill>
              </a:rPr>
              <a:t>X</a:t>
            </a:r>
            <a:r>
              <a:rPr lang="en-US" sz="2800" baseline="-25000" dirty="0">
                <a:solidFill>
                  <a:srgbClr val="FF0000"/>
                </a:solidFill>
              </a:rPr>
              <a:t>2</a:t>
            </a:r>
            <a:r>
              <a:rPr lang="en-US" sz="2800" dirty="0">
                <a:solidFill>
                  <a:srgbClr val="FF0000"/>
                </a:solidFill>
              </a:rPr>
              <a:t>=3.3</a:t>
            </a:r>
          </a:p>
        </p:txBody>
      </p:sp>
      <p:sp>
        <p:nvSpPr>
          <p:cNvPr id="6" name="Rectangle 5">
            <a:extLst>
              <a:ext uri="{FF2B5EF4-FFF2-40B4-BE49-F238E27FC236}">
                <a16:creationId xmlns:a16="http://schemas.microsoft.com/office/drawing/2014/main" id="{9E54B5EB-13F0-2985-BA7B-F07DF474B7DA}"/>
              </a:ext>
            </a:extLst>
          </p:cNvPr>
          <p:cNvSpPr/>
          <p:nvPr/>
        </p:nvSpPr>
        <p:spPr>
          <a:xfrm>
            <a:off x="5177928" y="4693186"/>
            <a:ext cx="3294043" cy="5366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76341E8-E246-8931-7700-BBA739CF48E2}"/>
              </a:ext>
            </a:extLst>
          </p:cNvPr>
          <p:cNvSpPr txBox="1"/>
          <p:nvPr/>
        </p:nvSpPr>
        <p:spPr>
          <a:xfrm>
            <a:off x="936433" y="5329034"/>
            <a:ext cx="2533879" cy="800219"/>
          </a:xfrm>
          <a:prstGeom prst="rect">
            <a:avLst/>
          </a:prstGeom>
          <a:noFill/>
        </p:spPr>
        <p:txBody>
          <a:bodyPr wrap="square" rtlCol="0">
            <a:spAutoFit/>
          </a:bodyPr>
          <a:lstStyle/>
          <a:p>
            <a:r>
              <a:rPr lang="en-US" sz="2800" dirty="0">
                <a:solidFill>
                  <a:srgbClr val="FF0000"/>
                </a:solidFill>
              </a:rPr>
              <a:t>=&gt; OPT ≤ 14.08</a:t>
            </a:r>
          </a:p>
          <a:p>
            <a:endParaRPr lang="en-US" dirty="0"/>
          </a:p>
        </p:txBody>
      </p:sp>
      <p:sp>
        <p:nvSpPr>
          <p:cNvPr id="8" name="TextBox 7">
            <a:extLst>
              <a:ext uri="{FF2B5EF4-FFF2-40B4-BE49-F238E27FC236}">
                <a16:creationId xmlns:a16="http://schemas.microsoft.com/office/drawing/2014/main" id="{022C4B30-CB5D-333F-8BE0-45C6C37BB51D}"/>
              </a:ext>
            </a:extLst>
          </p:cNvPr>
          <p:cNvSpPr txBox="1"/>
          <p:nvPr/>
        </p:nvSpPr>
        <p:spPr>
          <a:xfrm>
            <a:off x="4252578" y="5513203"/>
            <a:ext cx="5144742" cy="630942"/>
          </a:xfrm>
          <a:prstGeom prst="rect">
            <a:avLst/>
          </a:prstGeom>
          <a:noFill/>
        </p:spPr>
        <p:txBody>
          <a:bodyPr wrap="none" rtlCol="0">
            <a:spAutoFit/>
          </a:bodyPr>
          <a:lstStyle/>
          <a:p>
            <a:r>
              <a:rPr lang="en-US" sz="3500" dirty="0"/>
              <a:t>What can we branch on??</a:t>
            </a:r>
          </a:p>
        </p:txBody>
      </p:sp>
    </p:spTree>
    <p:extLst>
      <p:ext uri="{BB962C8B-B14F-4D97-AF65-F5344CB8AC3E}">
        <p14:creationId xmlns:p14="http://schemas.microsoft.com/office/powerpoint/2010/main" val="4202389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7BA93-046E-0D70-8705-32A1A6042287}"/>
              </a:ext>
            </a:extLst>
          </p:cNvPr>
          <p:cNvSpPr>
            <a:spLocks noGrp="1"/>
          </p:cNvSpPr>
          <p:nvPr>
            <p:ph type="title"/>
          </p:nvPr>
        </p:nvSpPr>
        <p:spPr/>
        <p:txBody>
          <a:bodyPr/>
          <a:lstStyle/>
          <a:p>
            <a:r>
              <a:rPr lang="en-US" dirty="0"/>
              <a:t>Branch-and-bound [1]</a:t>
            </a:r>
          </a:p>
        </p:txBody>
      </p:sp>
      <p:pic>
        <p:nvPicPr>
          <p:cNvPr id="4" name="Content Placeholder 3">
            <a:extLst>
              <a:ext uri="{FF2B5EF4-FFF2-40B4-BE49-F238E27FC236}">
                <a16:creationId xmlns:a16="http://schemas.microsoft.com/office/drawing/2014/main" id="{D7D81A7E-7E14-DCA9-F298-BD3C03B394CD}"/>
              </a:ext>
            </a:extLst>
          </p:cNvPr>
          <p:cNvPicPr>
            <a:picLocks noGrp="1" noChangeAspect="1"/>
          </p:cNvPicPr>
          <p:nvPr>
            <p:ph idx="1"/>
          </p:nvPr>
        </p:nvPicPr>
        <p:blipFill>
          <a:blip r:embed="rId2"/>
          <a:stretch>
            <a:fillRect/>
          </a:stretch>
        </p:blipFill>
        <p:spPr>
          <a:xfrm>
            <a:off x="1926574" y="1987538"/>
            <a:ext cx="8338851" cy="3193809"/>
          </a:xfrm>
          <a:prstGeom prst="rect">
            <a:avLst/>
          </a:prstGeom>
        </p:spPr>
      </p:pic>
      <p:sp>
        <p:nvSpPr>
          <p:cNvPr id="5" name="TextBox 4">
            <a:extLst>
              <a:ext uri="{FF2B5EF4-FFF2-40B4-BE49-F238E27FC236}">
                <a16:creationId xmlns:a16="http://schemas.microsoft.com/office/drawing/2014/main" id="{E511F807-386A-05ED-4C9B-D633838EE368}"/>
              </a:ext>
            </a:extLst>
          </p:cNvPr>
          <p:cNvSpPr txBox="1"/>
          <p:nvPr/>
        </p:nvSpPr>
        <p:spPr>
          <a:xfrm>
            <a:off x="1367009" y="5006204"/>
            <a:ext cx="3979423" cy="523220"/>
          </a:xfrm>
          <a:prstGeom prst="rect">
            <a:avLst/>
          </a:prstGeom>
          <a:noFill/>
        </p:spPr>
        <p:txBody>
          <a:bodyPr wrap="none" rtlCol="0">
            <a:spAutoFit/>
          </a:bodyPr>
          <a:lstStyle/>
          <a:p>
            <a:r>
              <a:rPr lang="en-US" sz="2800" dirty="0"/>
              <a:t>What is interesting here?</a:t>
            </a:r>
          </a:p>
        </p:txBody>
      </p:sp>
      <p:sp>
        <p:nvSpPr>
          <p:cNvPr id="6" name="TextBox 5">
            <a:extLst>
              <a:ext uri="{FF2B5EF4-FFF2-40B4-BE49-F238E27FC236}">
                <a16:creationId xmlns:a16="http://schemas.microsoft.com/office/drawing/2014/main" id="{6F80FF6F-BC09-B7A6-AB41-1DBE84E83C18}"/>
              </a:ext>
            </a:extLst>
          </p:cNvPr>
          <p:cNvSpPr txBox="1"/>
          <p:nvPr/>
        </p:nvSpPr>
        <p:spPr>
          <a:xfrm>
            <a:off x="393761" y="5478197"/>
            <a:ext cx="5925918" cy="523220"/>
          </a:xfrm>
          <a:prstGeom prst="rect">
            <a:avLst/>
          </a:prstGeom>
          <a:noFill/>
        </p:spPr>
        <p:txBody>
          <a:bodyPr wrap="none" rtlCol="0">
            <a:spAutoFit/>
          </a:bodyPr>
          <a:lstStyle/>
          <a:p>
            <a:r>
              <a:rPr lang="en-US" sz="2800" dirty="0">
                <a:solidFill>
                  <a:srgbClr val="FF0000"/>
                </a:solidFill>
              </a:rPr>
              <a:t>LPR is integral. What can we deduce?</a:t>
            </a:r>
          </a:p>
        </p:txBody>
      </p:sp>
      <p:sp>
        <p:nvSpPr>
          <p:cNvPr id="7" name="TextBox 6">
            <a:extLst>
              <a:ext uri="{FF2B5EF4-FFF2-40B4-BE49-F238E27FC236}">
                <a16:creationId xmlns:a16="http://schemas.microsoft.com/office/drawing/2014/main" id="{E69CDA55-DCFF-835B-0F3E-F9B7B97ABFF4}"/>
              </a:ext>
            </a:extLst>
          </p:cNvPr>
          <p:cNvSpPr txBox="1"/>
          <p:nvPr/>
        </p:nvSpPr>
        <p:spPr>
          <a:xfrm>
            <a:off x="1601848" y="5950190"/>
            <a:ext cx="3509743" cy="523220"/>
          </a:xfrm>
          <a:prstGeom prst="rect">
            <a:avLst/>
          </a:prstGeom>
          <a:noFill/>
        </p:spPr>
        <p:txBody>
          <a:bodyPr wrap="none" rtlCol="0">
            <a:spAutoFit/>
          </a:bodyPr>
          <a:lstStyle/>
          <a:p>
            <a:r>
              <a:rPr lang="en-US" sz="2800" dirty="0">
                <a:solidFill>
                  <a:srgbClr val="FF0000"/>
                </a:solidFill>
              </a:rPr>
              <a:t>=&gt; 11.8 ≤ OPT ≤ 14.08</a:t>
            </a:r>
          </a:p>
        </p:txBody>
      </p:sp>
      <p:sp>
        <p:nvSpPr>
          <p:cNvPr id="8" name="TextBox 7">
            <a:extLst>
              <a:ext uri="{FF2B5EF4-FFF2-40B4-BE49-F238E27FC236}">
                <a16:creationId xmlns:a16="http://schemas.microsoft.com/office/drawing/2014/main" id="{0D922131-73E4-F77E-9D4D-5E1AF36AFC6E}"/>
              </a:ext>
            </a:extLst>
          </p:cNvPr>
          <p:cNvSpPr txBox="1"/>
          <p:nvPr/>
        </p:nvSpPr>
        <p:spPr>
          <a:xfrm>
            <a:off x="1017232" y="6370877"/>
            <a:ext cx="4678973" cy="523220"/>
          </a:xfrm>
          <a:prstGeom prst="rect">
            <a:avLst/>
          </a:prstGeom>
          <a:noFill/>
        </p:spPr>
        <p:txBody>
          <a:bodyPr wrap="none" rtlCol="0">
            <a:spAutoFit/>
          </a:bodyPr>
          <a:lstStyle/>
          <a:p>
            <a:r>
              <a:rPr lang="en-US" sz="2800" dirty="0">
                <a:solidFill>
                  <a:srgbClr val="FF0000"/>
                </a:solidFill>
              </a:rPr>
              <a:t>Tree is ”Pruned by integrality”</a:t>
            </a:r>
          </a:p>
        </p:txBody>
      </p:sp>
      <p:sp>
        <p:nvSpPr>
          <p:cNvPr id="3" name="TextBox 2">
            <a:extLst>
              <a:ext uri="{FF2B5EF4-FFF2-40B4-BE49-F238E27FC236}">
                <a16:creationId xmlns:a16="http://schemas.microsoft.com/office/drawing/2014/main" id="{19872F59-8A0F-E256-BA90-03D4EA2B9B19}"/>
              </a:ext>
            </a:extLst>
          </p:cNvPr>
          <p:cNvSpPr txBox="1"/>
          <p:nvPr/>
        </p:nvSpPr>
        <p:spPr>
          <a:xfrm>
            <a:off x="6607523" y="5224018"/>
            <a:ext cx="5584477" cy="523220"/>
          </a:xfrm>
          <a:prstGeom prst="rect">
            <a:avLst/>
          </a:prstGeom>
          <a:noFill/>
        </p:spPr>
        <p:txBody>
          <a:bodyPr wrap="none" rtlCol="0">
            <a:spAutoFit/>
          </a:bodyPr>
          <a:lstStyle/>
          <a:p>
            <a:r>
              <a:rPr lang="en-US" sz="2800" dirty="0">
                <a:solidFill>
                  <a:srgbClr val="FF0000"/>
                </a:solidFill>
              </a:rPr>
              <a:t>Do we need to explore this branch?</a:t>
            </a:r>
          </a:p>
        </p:txBody>
      </p:sp>
    </p:spTree>
    <p:extLst>
      <p:ext uri="{BB962C8B-B14F-4D97-AF65-F5344CB8AC3E}">
        <p14:creationId xmlns:p14="http://schemas.microsoft.com/office/powerpoint/2010/main" val="72951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C2F6F-259E-5F39-C482-20B4B0754166}"/>
              </a:ext>
            </a:extLst>
          </p:cNvPr>
          <p:cNvSpPr>
            <a:spLocks noGrp="1"/>
          </p:cNvSpPr>
          <p:nvPr>
            <p:ph type="title"/>
          </p:nvPr>
        </p:nvSpPr>
        <p:spPr/>
        <p:txBody>
          <a:bodyPr/>
          <a:lstStyle/>
          <a:p>
            <a:r>
              <a:rPr lang="en-US" dirty="0"/>
              <a:t>Branch-and-bound [1]</a:t>
            </a:r>
          </a:p>
        </p:txBody>
      </p:sp>
      <p:pic>
        <p:nvPicPr>
          <p:cNvPr id="4" name="Content Placeholder 3">
            <a:extLst>
              <a:ext uri="{FF2B5EF4-FFF2-40B4-BE49-F238E27FC236}">
                <a16:creationId xmlns:a16="http://schemas.microsoft.com/office/drawing/2014/main" id="{FBE40633-9CD9-8DC4-3BBC-76DF2A7245EE}"/>
              </a:ext>
            </a:extLst>
          </p:cNvPr>
          <p:cNvPicPr>
            <a:picLocks noGrp="1" noChangeAspect="1"/>
          </p:cNvPicPr>
          <p:nvPr>
            <p:ph idx="1"/>
          </p:nvPr>
        </p:nvPicPr>
        <p:blipFill>
          <a:blip r:embed="rId2"/>
          <a:stretch>
            <a:fillRect/>
          </a:stretch>
        </p:blipFill>
        <p:spPr>
          <a:xfrm>
            <a:off x="2014719" y="1351900"/>
            <a:ext cx="7217416" cy="3847495"/>
          </a:xfrm>
          <a:prstGeom prst="rect">
            <a:avLst/>
          </a:prstGeom>
        </p:spPr>
      </p:pic>
      <p:sp>
        <p:nvSpPr>
          <p:cNvPr id="5" name="TextBox 4">
            <a:extLst>
              <a:ext uri="{FF2B5EF4-FFF2-40B4-BE49-F238E27FC236}">
                <a16:creationId xmlns:a16="http://schemas.microsoft.com/office/drawing/2014/main" id="{91635594-BACE-800C-3305-5DBD7F59C31C}"/>
              </a:ext>
            </a:extLst>
          </p:cNvPr>
          <p:cNvSpPr txBox="1"/>
          <p:nvPr/>
        </p:nvSpPr>
        <p:spPr>
          <a:xfrm>
            <a:off x="3187524" y="5111261"/>
            <a:ext cx="3120662" cy="954107"/>
          </a:xfrm>
          <a:prstGeom prst="rect">
            <a:avLst/>
          </a:prstGeom>
          <a:noFill/>
        </p:spPr>
        <p:txBody>
          <a:bodyPr wrap="none" rtlCol="0">
            <a:spAutoFit/>
          </a:bodyPr>
          <a:lstStyle/>
          <a:p>
            <a:r>
              <a:rPr lang="en-US" sz="2800" dirty="0"/>
              <a:t>What is interesting </a:t>
            </a:r>
          </a:p>
          <a:p>
            <a:pPr algn="ctr"/>
            <a:r>
              <a:rPr lang="en-US" sz="2800" dirty="0"/>
              <a:t>here?</a:t>
            </a:r>
          </a:p>
        </p:txBody>
      </p:sp>
      <p:sp>
        <p:nvSpPr>
          <p:cNvPr id="7" name="TextBox 6">
            <a:extLst>
              <a:ext uri="{FF2B5EF4-FFF2-40B4-BE49-F238E27FC236}">
                <a16:creationId xmlns:a16="http://schemas.microsoft.com/office/drawing/2014/main" id="{6E1945CC-EADF-16B5-EFE9-81B7C72D2CB0}"/>
              </a:ext>
            </a:extLst>
          </p:cNvPr>
          <p:cNvSpPr txBox="1"/>
          <p:nvPr/>
        </p:nvSpPr>
        <p:spPr>
          <a:xfrm>
            <a:off x="3517390" y="5924560"/>
            <a:ext cx="2460930" cy="523220"/>
          </a:xfrm>
          <a:prstGeom prst="rect">
            <a:avLst/>
          </a:prstGeom>
          <a:noFill/>
        </p:spPr>
        <p:txBody>
          <a:bodyPr wrap="none" rtlCol="0">
            <a:spAutoFit/>
          </a:bodyPr>
          <a:lstStyle/>
          <a:p>
            <a:r>
              <a:rPr lang="en-US" sz="2800" dirty="0">
                <a:solidFill>
                  <a:srgbClr val="FF0000"/>
                </a:solidFill>
              </a:rPr>
              <a:t>11.6875 ≤ 11.8</a:t>
            </a:r>
          </a:p>
        </p:txBody>
      </p:sp>
      <p:sp>
        <p:nvSpPr>
          <p:cNvPr id="8" name="TextBox 7">
            <a:extLst>
              <a:ext uri="{FF2B5EF4-FFF2-40B4-BE49-F238E27FC236}">
                <a16:creationId xmlns:a16="http://schemas.microsoft.com/office/drawing/2014/main" id="{F587ECAB-1440-A936-DB92-A3E280B08A75}"/>
              </a:ext>
            </a:extLst>
          </p:cNvPr>
          <p:cNvSpPr txBox="1"/>
          <p:nvPr/>
        </p:nvSpPr>
        <p:spPr>
          <a:xfrm>
            <a:off x="2959865" y="6267313"/>
            <a:ext cx="3575979" cy="523220"/>
          </a:xfrm>
          <a:prstGeom prst="rect">
            <a:avLst/>
          </a:prstGeom>
          <a:noFill/>
        </p:spPr>
        <p:txBody>
          <a:bodyPr wrap="none" rtlCol="0">
            <a:spAutoFit/>
          </a:bodyPr>
          <a:lstStyle/>
          <a:p>
            <a:r>
              <a:rPr lang="en-US" sz="2800" dirty="0">
                <a:solidFill>
                  <a:srgbClr val="FF0000"/>
                </a:solidFill>
              </a:rPr>
              <a:t>So ”Pruned by bound”</a:t>
            </a:r>
          </a:p>
        </p:txBody>
      </p:sp>
      <p:sp>
        <p:nvSpPr>
          <p:cNvPr id="9" name="TextBox 8">
            <a:extLst>
              <a:ext uri="{FF2B5EF4-FFF2-40B4-BE49-F238E27FC236}">
                <a16:creationId xmlns:a16="http://schemas.microsoft.com/office/drawing/2014/main" id="{2061898B-A5FC-011D-FD1D-80E9FB088375}"/>
              </a:ext>
            </a:extLst>
          </p:cNvPr>
          <p:cNvSpPr txBox="1"/>
          <p:nvPr/>
        </p:nvSpPr>
        <p:spPr>
          <a:xfrm>
            <a:off x="8167944" y="5210134"/>
            <a:ext cx="3968972" cy="523220"/>
          </a:xfrm>
          <a:prstGeom prst="rect">
            <a:avLst/>
          </a:prstGeom>
          <a:noFill/>
        </p:spPr>
        <p:txBody>
          <a:bodyPr wrap="none" rtlCol="0">
            <a:spAutoFit/>
          </a:bodyPr>
          <a:lstStyle/>
          <a:p>
            <a:r>
              <a:rPr lang="en-US" sz="2800" dirty="0">
                <a:solidFill>
                  <a:srgbClr val="FF0000"/>
                </a:solidFill>
              </a:rPr>
              <a:t>”Pruned by infeasibility”</a:t>
            </a:r>
          </a:p>
        </p:txBody>
      </p:sp>
    </p:spTree>
    <p:extLst>
      <p:ext uri="{BB962C8B-B14F-4D97-AF65-F5344CB8AC3E}">
        <p14:creationId xmlns:p14="http://schemas.microsoft.com/office/powerpoint/2010/main" val="367680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8D7CD-1627-E252-8F48-588054ADAEF5}"/>
              </a:ext>
            </a:extLst>
          </p:cNvPr>
          <p:cNvSpPr>
            <a:spLocks noGrp="1"/>
          </p:cNvSpPr>
          <p:nvPr>
            <p:ph type="title"/>
          </p:nvPr>
        </p:nvSpPr>
        <p:spPr/>
        <p:txBody>
          <a:bodyPr/>
          <a:lstStyle/>
          <a:p>
            <a:r>
              <a:rPr lang="en-US" dirty="0"/>
              <a:t>Section 2: Formulating problems </a:t>
            </a:r>
          </a:p>
        </p:txBody>
      </p:sp>
      <p:sp>
        <p:nvSpPr>
          <p:cNvPr id="3" name="Text Placeholder 2">
            <a:extLst>
              <a:ext uri="{FF2B5EF4-FFF2-40B4-BE49-F238E27FC236}">
                <a16:creationId xmlns:a16="http://schemas.microsoft.com/office/drawing/2014/main" id="{782ED520-73B6-F868-4A3D-02C64680176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87310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4816-E04F-266D-6EA8-1EC28FDD7E73}"/>
              </a:ext>
            </a:extLst>
          </p:cNvPr>
          <p:cNvSpPr>
            <a:spLocks noGrp="1"/>
          </p:cNvSpPr>
          <p:nvPr>
            <p:ph type="title"/>
          </p:nvPr>
        </p:nvSpPr>
        <p:spPr/>
        <p:txBody>
          <a:bodyPr/>
          <a:lstStyle/>
          <a:p>
            <a:r>
              <a:rPr lang="en-US" dirty="0"/>
              <a:t>Is an ILP formulation unique? [2]</a:t>
            </a:r>
          </a:p>
        </p:txBody>
      </p:sp>
      <p:pic>
        <p:nvPicPr>
          <p:cNvPr id="4" name="Content Placeholder 3">
            <a:extLst>
              <a:ext uri="{FF2B5EF4-FFF2-40B4-BE49-F238E27FC236}">
                <a16:creationId xmlns:a16="http://schemas.microsoft.com/office/drawing/2014/main" id="{51258BB6-5A0D-C658-8FC8-18C1674565C6}"/>
              </a:ext>
            </a:extLst>
          </p:cNvPr>
          <p:cNvPicPr>
            <a:picLocks noGrp="1" noChangeAspect="1"/>
          </p:cNvPicPr>
          <p:nvPr>
            <p:ph idx="1"/>
          </p:nvPr>
        </p:nvPicPr>
        <p:blipFill>
          <a:blip r:embed="rId2"/>
          <a:stretch>
            <a:fillRect/>
          </a:stretch>
        </p:blipFill>
        <p:spPr>
          <a:xfrm>
            <a:off x="2755900" y="2466047"/>
            <a:ext cx="6680200" cy="1638300"/>
          </a:xfrm>
          <a:prstGeom prst="rect">
            <a:avLst/>
          </a:prstGeom>
        </p:spPr>
      </p:pic>
      <p:sp>
        <p:nvSpPr>
          <p:cNvPr id="5" name="TextBox 4">
            <a:extLst>
              <a:ext uri="{FF2B5EF4-FFF2-40B4-BE49-F238E27FC236}">
                <a16:creationId xmlns:a16="http://schemas.microsoft.com/office/drawing/2014/main" id="{9338C51A-3302-657C-A617-BD978CA92EE6}"/>
              </a:ext>
            </a:extLst>
          </p:cNvPr>
          <p:cNvSpPr txBox="1"/>
          <p:nvPr/>
        </p:nvSpPr>
        <p:spPr>
          <a:xfrm>
            <a:off x="2892751" y="4775127"/>
            <a:ext cx="6406497" cy="523220"/>
          </a:xfrm>
          <a:prstGeom prst="rect">
            <a:avLst/>
          </a:prstGeom>
          <a:noFill/>
        </p:spPr>
        <p:txBody>
          <a:bodyPr wrap="none" rtlCol="0">
            <a:spAutoFit/>
          </a:bodyPr>
          <a:lstStyle/>
          <a:p>
            <a:r>
              <a:rPr lang="en-US" sz="2800" dirty="0">
                <a:solidFill>
                  <a:srgbClr val="FF0000"/>
                </a:solidFill>
              </a:rPr>
              <a:t>Observe: integral solutions are the same</a:t>
            </a:r>
          </a:p>
        </p:txBody>
      </p:sp>
      <p:cxnSp>
        <p:nvCxnSpPr>
          <p:cNvPr id="7" name="Straight Arrow Connector 6">
            <a:extLst>
              <a:ext uri="{FF2B5EF4-FFF2-40B4-BE49-F238E27FC236}">
                <a16:creationId xmlns:a16="http://schemas.microsoft.com/office/drawing/2014/main" id="{2F536CAB-9D13-8F4C-49C8-5F7CF4473FC3}"/>
              </a:ext>
            </a:extLst>
          </p:cNvPr>
          <p:cNvCxnSpPr>
            <a:cxnSpLocks/>
          </p:cNvCxnSpPr>
          <p:nvPr/>
        </p:nvCxnSpPr>
        <p:spPr>
          <a:xfrm flipH="1" flipV="1">
            <a:off x="3778786" y="3800819"/>
            <a:ext cx="121185" cy="974308"/>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9BDFEC5-6DA2-CFCC-925C-C8A50BFCAAE3}"/>
              </a:ext>
            </a:extLst>
          </p:cNvPr>
          <p:cNvCxnSpPr>
            <a:cxnSpLocks/>
          </p:cNvCxnSpPr>
          <p:nvPr/>
        </p:nvCxnSpPr>
        <p:spPr>
          <a:xfrm flipV="1">
            <a:off x="6926893" y="3800819"/>
            <a:ext cx="901874" cy="974308"/>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4513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A822D-A941-6041-0F40-0B510C615A21}"/>
              </a:ext>
            </a:extLst>
          </p:cNvPr>
          <p:cNvSpPr>
            <a:spLocks noGrp="1"/>
          </p:cNvSpPr>
          <p:nvPr>
            <p:ph type="title"/>
          </p:nvPr>
        </p:nvSpPr>
        <p:spPr/>
        <p:txBody>
          <a:bodyPr/>
          <a:lstStyle/>
          <a:p>
            <a:r>
              <a:rPr lang="en-US" dirty="0"/>
              <a:t>Example: Kidney Exchange Problem</a:t>
            </a:r>
          </a:p>
        </p:txBody>
      </p:sp>
      <p:pic>
        <p:nvPicPr>
          <p:cNvPr id="1026" name="Picture 2" descr="A graphic depicting 6 people in three pairs of two. Each pair consists of a donor and recipient, and the pairs are indexed from 1 to 3. There is an arrow from d1 to r2, another arrow from d2 to r3, and an arrow from d3 to r1.">
            <a:extLst>
              <a:ext uri="{FF2B5EF4-FFF2-40B4-BE49-F238E27FC236}">
                <a16:creationId xmlns:a16="http://schemas.microsoft.com/office/drawing/2014/main" id="{249F77EC-4517-64AA-5FB7-CFD31B8D8C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64050" y="2318544"/>
            <a:ext cx="3263900" cy="3365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500818B-5468-6F1D-FC82-86EB9FE3C65E}"/>
              </a:ext>
            </a:extLst>
          </p:cNvPr>
          <p:cNvSpPr txBox="1"/>
          <p:nvPr/>
        </p:nvSpPr>
        <p:spPr>
          <a:xfrm>
            <a:off x="4791604" y="5684044"/>
            <a:ext cx="2608791" cy="369332"/>
          </a:xfrm>
          <a:prstGeom prst="rect">
            <a:avLst/>
          </a:prstGeom>
          <a:noFill/>
        </p:spPr>
        <p:txBody>
          <a:bodyPr wrap="none" rtlCol="0">
            <a:spAutoFit/>
          </a:bodyPr>
          <a:lstStyle/>
          <a:p>
            <a:r>
              <a:rPr lang="en-US" dirty="0"/>
              <a:t>Image borrowed from [3]</a:t>
            </a:r>
          </a:p>
        </p:txBody>
      </p:sp>
    </p:spTree>
    <p:extLst>
      <p:ext uri="{BB962C8B-B14F-4D97-AF65-F5344CB8AC3E}">
        <p14:creationId xmlns:p14="http://schemas.microsoft.com/office/powerpoint/2010/main" val="1522837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2FB54-E9A4-94F5-0744-21D8E60D2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56530-D7C9-3094-6660-1E03688E1AEB}"/>
              </a:ext>
            </a:extLst>
          </p:cNvPr>
          <p:cNvSpPr>
            <a:spLocks noGrp="1"/>
          </p:cNvSpPr>
          <p:nvPr>
            <p:ph type="title"/>
          </p:nvPr>
        </p:nvSpPr>
        <p:spPr/>
        <p:txBody>
          <a:bodyPr/>
          <a:lstStyle/>
          <a:p>
            <a:r>
              <a:rPr lang="en-US" dirty="0"/>
              <a:t>Example: Kidney Exchange Problem</a:t>
            </a:r>
          </a:p>
        </p:txBody>
      </p:sp>
      <p:sp>
        <p:nvSpPr>
          <p:cNvPr id="5" name="Content Placeholder 4">
            <a:extLst>
              <a:ext uri="{FF2B5EF4-FFF2-40B4-BE49-F238E27FC236}">
                <a16:creationId xmlns:a16="http://schemas.microsoft.com/office/drawing/2014/main" id="{1650CCEE-5FD0-EE1D-ADB4-2A9BCA499FEA}"/>
              </a:ext>
            </a:extLst>
          </p:cNvPr>
          <p:cNvSpPr>
            <a:spLocks noGrp="1"/>
          </p:cNvSpPr>
          <p:nvPr>
            <p:ph idx="1"/>
          </p:nvPr>
        </p:nvSpPr>
        <p:spPr/>
        <p:txBody>
          <a:bodyPr/>
          <a:lstStyle/>
          <a:p>
            <a:r>
              <a:rPr lang="en-US" dirty="0"/>
              <a:t>Problem: Kidney Exchange Problem with Cycles at most length-K</a:t>
            </a:r>
          </a:p>
          <a:p>
            <a:r>
              <a:rPr lang="en-US" dirty="0"/>
              <a:t>Abbreviation: KEP(K)</a:t>
            </a:r>
          </a:p>
          <a:p>
            <a:r>
              <a:rPr lang="en-US" dirty="0"/>
              <a:t>Input: Directed compatibility graph G=(V,A), integer T</a:t>
            </a:r>
          </a:p>
          <a:p>
            <a:r>
              <a:rPr lang="en-US" dirty="0"/>
              <a:t>Question: What is the largest number of vertices covered by a vertex-disjoint packing of cycles of length at most K?</a:t>
            </a:r>
          </a:p>
        </p:txBody>
      </p:sp>
    </p:spTree>
    <p:extLst>
      <p:ext uri="{BB962C8B-B14F-4D97-AF65-F5344CB8AC3E}">
        <p14:creationId xmlns:p14="http://schemas.microsoft.com/office/powerpoint/2010/main" val="529856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86EE-45F9-8EAB-9268-2208E554B38C}"/>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54C79400-E071-F755-E35D-222380D6261B}"/>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spTree>
    <p:extLst>
      <p:ext uri="{BB962C8B-B14F-4D97-AF65-F5344CB8AC3E}">
        <p14:creationId xmlns:p14="http://schemas.microsoft.com/office/powerpoint/2010/main" val="298584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E3108-10E1-5232-72F5-E72B0AE30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CA468-2266-C849-3DA9-0F54DAFCF210}"/>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1A56A067-102C-669F-4C6C-173AAC017DD8}"/>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cxnSp>
        <p:nvCxnSpPr>
          <p:cNvPr id="4" name="Straight Arrow Connector 3">
            <a:extLst>
              <a:ext uri="{FF2B5EF4-FFF2-40B4-BE49-F238E27FC236}">
                <a16:creationId xmlns:a16="http://schemas.microsoft.com/office/drawing/2014/main" id="{22E43465-E486-8018-ED68-45CE055CBE54}"/>
              </a:ext>
            </a:extLst>
          </p:cNvPr>
          <p:cNvCxnSpPr/>
          <p:nvPr/>
        </p:nvCxnSpPr>
        <p:spPr>
          <a:xfrm flipV="1">
            <a:off x="2668044" y="2192055"/>
            <a:ext cx="3920646" cy="1640909"/>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4F82FBF0-0DCB-B165-1274-EE3CB14461C8}"/>
              </a:ext>
            </a:extLst>
          </p:cNvPr>
          <p:cNvCxnSpPr>
            <a:cxnSpLocks/>
          </p:cNvCxnSpPr>
          <p:nvPr/>
        </p:nvCxnSpPr>
        <p:spPr>
          <a:xfrm flipH="1">
            <a:off x="6588690" y="2304789"/>
            <a:ext cx="187891" cy="1894605"/>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2ACCA25-C193-A6E9-E091-BABB7DC4F610}"/>
              </a:ext>
            </a:extLst>
          </p:cNvPr>
          <p:cNvCxnSpPr>
            <a:cxnSpLocks/>
          </p:cNvCxnSpPr>
          <p:nvPr/>
        </p:nvCxnSpPr>
        <p:spPr>
          <a:xfrm flipH="1" flipV="1">
            <a:off x="2668044" y="3967901"/>
            <a:ext cx="3682652" cy="446817"/>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sp>
        <p:nvSpPr>
          <p:cNvPr id="11" name="Arc 10">
            <a:extLst>
              <a:ext uri="{FF2B5EF4-FFF2-40B4-BE49-F238E27FC236}">
                <a16:creationId xmlns:a16="http://schemas.microsoft.com/office/drawing/2014/main" id="{7BA7568A-9AE7-C353-02F1-5789BB5A48B4}"/>
              </a:ext>
            </a:extLst>
          </p:cNvPr>
          <p:cNvSpPr/>
          <p:nvPr/>
        </p:nvSpPr>
        <p:spPr>
          <a:xfrm>
            <a:off x="7816241" y="2411260"/>
            <a:ext cx="1929008" cy="5367403"/>
          </a:xfrm>
          <a:prstGeom prst="arc">
            <a:avLst/>
          </a:prstGeom>
          <a:ln w="127000">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58C81330-F10D-A7C9-598E-FF7059780B33}"/>
              </a:ext>
            </a:extLst>
          </p:cNvPr>
          <p:cNvSpPr/>
          <p:nvPr/>
        </p:nvSpPr>
        <p:spPr>
          <a:xfrm rot="10800000">
            <a:off x="8641065" y="-272442"/>
            <a:ext cx="1929008" cy="5367403"/>
          </a:xfrm>
          <a:prstGeom prst="arc">
            <a:avLst/>
          </a:prstGeom>
          <a:ln w="127000">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9FC910CE-FD9A-61D1-9018-B3023627C504}"/>
              </a:ext>
            </a:extLst>
          </p:cNvPr>
          <p:cNvSpPr txBox="1"/>
          <p:nvPr/>
        </p:nvSpPr>
        <p:spPr>
          <a:xfrm>
            <a:off x="4898230" y="5714473"/>
            <a:ext cx="5710025" cy="954107"/>
          </a:xfrm>
          <a:prstGeom prst="rect">
            <a:avLst/>
          </a:prstGeom>
          <a:noFill/>
        </p:spPr>
        <p:txBody>
          <a:bodyPr wrap="none" rtlCol="0">
            <a:spAutoFit/>
          </a:bodyPr>
          <a:lstStyle/>
          <a:p>
            <a:r>
              <a:rPr lang="en-US" sz="2800" dirty="0">
                <a:solidFill>
                  <a:srgbClr val="FF0000"/>
                </a:solidFill>
              </a:rPr>
              <a:t>A valid vertex-disjoint cycle packing </a:t>
            </a:r>
          </a:p>
          <a:p>
            <a:pPr algn="ctr"/>
            <a:r>
              <a:rPr lang="en-US" sz="2800" dirty="0">
                <a:solidFill>
                  <a:srgbClr val="FF0000"/>
                </a:solidFill>
              </a:rPr>
              <a:t>that covers 5 vertices</a:t>
            </a:r>
          </a:p>
        </p:txBody>
      </p:sp>
    </p:spTree>
    <p:extLst>
      <p:ext uri="{BB962C8B-B14F-4D97-AF65-F5344CB8AC3E}">
        <p14:creationId xmlns:p14="http://schemas.microsoft.com/office/powerpoint/2010/main" val="42882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76641-8C23-EAAE-0135-A0708DCEC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45BB1-01B5-7118-35B1-8F7D4C82FE27}"/>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C2FEB913-1865-0176-5953-A8C3F1A2043D}"/>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cxnSp>
        <p:nvCxnSpPr>
          <p:cNvPr id="4" name="Straight Arrow Connector 3">
            <a:extLst>
              <a:ext uri="{FF2B5EF4-FFF2-40B4-BE49-F238E27FC236}">
                <a16:creationId xmlns:a16="http://schemas.microsoft.com/office/drawing/2014/main" id="{9E1D8387-D821-5247-FF16-C2AE52AFE73C}"/>
              </a:ext>
            </a:extLst>
          </p:cNvPr>
          <p:cNvCxnSpPr>
            <a:cxnSpLocks/>
          </p:cNvCxnSpPr>
          <p:nvPr/>
        </p:nvCxnSpPr>
        <p:spPr>
          <a:xfrm flipH="1" flipV="1">
            <a:off x="2567836" y="4136479"/>
            <a:ext cx="1290734" cy="1577994"/>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3713845D-90AC-C6AB-F86D-156CF310CFD9}"/>
              </a:ext>
            </a:extLst>
          </p:cNvPr>
          <p:cNvCxnSpPr>
            <a:cxnSpLocks/>
          </p:cNvCxnSpPr>
          <p:nvPr/>
        </p:nvCxnSpPr>
        <p:spPr>
          <a:xfrm flipH="1">
            <a:off x="4171167" y="4597052"/>
            <a:ext cx="2236466" cy="1192993"/>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13D600F-0801-6ABF-DECF-91774D4DC2DA}"/>
              </a:ext>
            </a:extLst>
          </p:cNvPr>
          <p:cNvCxnSpPr>
            <a:cxnSpLocks/>
          </p:cNvCxnSpPr>
          <p:nvPr/>
        </p:nvCxnSpPr>
        <p:spPr>
          <a:xfrm flipH="1" flipV="1">
            <a:off x="2668044" y="3967901"/>
            <a:ext cx="3682652" cy="446817"/>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sp>
        <p:nvSpPr>
          <p:cNvPr id="12" name="Arc 11">
            <a:extLst>
              <a:ext uri="{FF2B5EF4-FFF2-40B4-BE49-F238E27FC236}">
                <a16:creationId xmlns:a16="http://schemas.microsoft.com/office/drawing/2014/main" id="{2B162147-9D7B-B767-F4D8-A29DF6B081D7}"/>
              </a:ext>
            </a:extLst>
          </p:cNvPr>
          <p:cNvSpPr/>
          <p:nvPr/>
        </p:nvSpPr>
        <p:spPr>
          <a:xfrm rot="10800000">
            <a:off x="8770631" y="-272442"/>
            <a:ext cx="1929008" cy="5367403"/>
          </a:xfrm>
          <a:prstGeom prst="arc">
            <a:avLst>
              <a:gd name="adj1" fmla="val 16200000"/>
              <a:gd name="adj2" fmla="val 239458"/>
            </a:avLst>
          </a:prstGeom>
          <a:ln w="127000">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B31487F9-007F-B03E-7104-B896DC902986}"/>
              </a:ext>
            </a:extLst>
          </p:cNvPr>
          <p:cNvSpPr txBox="1"/>
          <p:nvPr/>
        </p:nvSpPr>
        <p:spPr>
          <a:xfrm>
            <a:off x="4898230" y="5714473"/>
            <a:ext cx="6531981" cy="954107"/>
          </a:xfrm>
          <a:prstGeom prst="rect">
            <a:avLst/>
          </a:prstGeom>
          <a:noFill/>
        </p:spPr>
        <p:txBody>
          <a:bodyPr wrap="none" rtlCol="0">
            <a:spAutoFit/>
          </a:bodyPr>
          <a:lstStyle/>
          <a:p>
            <a:r>
              <a:rPr lang="en-US" sz="2800" dirty="0">
                <a:solidFill>
                  <a:srgbClr val="FF0000"/>
                </a:solidFill>
              </a:rPr>
              <a:t>A maximum vertex-disjoint cycle packing </a:t>
            </a:r>
          </a:p>
          <a:p>
            <a:pPr algn="ctr"/>
            <a:r>
              <a:rPr lang="en-US" sz="2800" dirty="0">
                <a:solidFill>
                  <a:srgbClr val="FF0000"/>
                </a:solidFill>
              </a:rPr>
              <a:t>that covers 6 vertices</a:t>
            </a:r>
          </a:p>
        </p:txBody>
      </p:sp>
      <p:cxnSp>
        <p:nvCxnSpPr>
          <p:cNvPr id="15" name="Straight Arrow Connector 14">
            <a:extLst>
              <a:ext uri="{FF2B5EF4-FFF2-40B4-BE49-F238E27FC236}">
                <a16:creationId xmlns:a16="http://schemas.microsoft.com/office/drawing/2014/main" id="{ED6D419B-5F00-609D-34B1-DF3B1BF926BD}"/>
              </a:ext>
            </a:extLst>
          </p:cNvPr>
          <p:cNvCxnSpPr>
            <a:cxnSpLocks/>
          </p:cNvCxnSpPr>
          <p:nvPr/>
        </p:nvCxnSpPr>
        <p:spPr>
          <a:xfrm>
            <a:off x="7039627" y="2104373"/>
            <a:ext cx="1402915" cy="100208"/>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080D484-3894-6E8B-FA98-3F3F7B2F1298}"/>
              </a:ext>
            </a:extLst>
          </p:cNvPr>
          <p:cNvCxnSpPr>
            <a:cxnSpLocks/>
          </p:cNvCxnSpPr>
          <p:nvPr/>
        </p:nvCxnSpPr>
        <p:spPr>
          <a:xfrm flipH="1" flipV="1">
            <a:off x="7039627" y="2310200"/>
            <a:ext cx="2484329" cy="2845563"/>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1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E0E17-3FA2-78AB-0B30-E721CAEF4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D6FFE-588A-1AC3-90EE-852AB9052EE5}"/>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F394E598-F8FA-345C-A62C-F94C1A96F673}"/>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sp>
        <p:nvSpPr>
          <p:cNvPr id="12" name="Arc 11">
            <a:extLst>
              <a:ext uri="{FF2B5EF4-FFF2-40B4-BE49-F238E27FC236}">
                <a16:creationId xmlns:a16="http://schemas.microsoft.com/office/drawing/2014/main" id="{06EFC282-FF74-0E2D-9C06-F80E5351FC99}"/>
              </a:ext>
            </a:extLst>
          </p:cNvPr>
          <p:cNvSpPr/>
          <p:nvPr/>
        </p:nvSpPr>
        <p:spPr>
          <a:xfrm rot="10800000">
            <a:off x="8770631" y="-272442"/>
            <a:ext cx="1929008" cy="5367403"/>
          </a:xfrm>
          <a:prstGeom prst="arc">
            <a:avLst>
              <a:gd name="adj1" fmla="val 16200000"/>
              <a:gd name="adj2" fmla="val 239458"/>
            </a:avLst>
          </a:prstGeom>
          <a:ln w="127000">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09017E40-F7CC-5F45-CBA3-AB900B6B0F11}"/>
              </a:ext>
            </a:extLst>
          </p:cNvPr>
          <p:cNvSpPr txBox="1"/>
          <p:nvPr/>
        </p:nvSpPr>
        <p:spPr>
          <a:xfrm>
            <a:off x="4898231" y="5714473"/>
            <a:ext cx="6455570" cy="954107"/>
          </a:xfrm>
          <a:prstGeom prst="rect">
            <a:avLst/>
          </a:prstGeom>
          <a:noFill/>
        </p:spPr>
        <p:txBody>
          <a:bodyPr wrap="square" rtlCol="0">
            <a:spAutoFit/>
          </a:bodyPr>
          <a:lstStyle/>
          <a:p>
            <a:pPr algn="ctr"/>
            <a:r>
              <a:rPr lang="en-US" sz="2800" dirty="0">
                <a:solidFill>
                  <a:srgbClr val="FF0000"/>
                </a:solidFill>
              </a:rPr>
              <a:t>An invalid packing (donor 2 donates both kidneys and now requires a kidney)</a:t>
            </a:r>
          </a:p>
        </p:txBody>
      </p:sp>
      <p:cxnSp>
        <p:nvCxnSpPr>
          <p:cNvPr id="15" name="Straight Arrow Connector 14">
            <a:extLst>
              <a:ext uri="{FF2B5EF4-FFF2-40B4-BE49-F238E27FC236}">
                <a16:creationId xmlns:a16="http://schemas.microsoft.com/office/drawing/2014/main" id="{61313415-2875-A35C-DC86-43CEE392D027}"/>
              </a:ext>
            </a:extLst>
          </p:cNvPr>
          <p:cNvCxnSpPr>
            <a:cxnSpLocks/>
          </p:cNvCxnSpPr>
          <p:nvPr/>
        </p:nvCxnSpPr>
        <p:spPr>
          <a:xfrm>
            <a:off x="7039627" y="2104373"/>
            <a:ext cx="1402915" cy="100208"/>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35ACB90-E28C-7794-516D-0AD9CD6C8794}"/>
              </a:ext>
            </a:extLst>
          </p:cNvPr>
          <p:cNvCxnSpPr>
            <a:cxnSpLocks/>
          </p:cNvCxnSpPr>
          <p:nvPr/>
        </p:nvCxnSpPr>
        <p:spPr>
          <a:xfrm flipH="1" flipV="1">
            <a:off x="7039627" y="2310200"/>
            <a:ext cx="2484329" cy="2845563"/>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52F3976B-D4F6-83DD-85B2-23FCDDA2B679}"/>
              </a:ext>
            </a:extLst>
          </p:cNvPr>
          <p:cNvCxnSpPr/>
          <p:nvPr/>
        </p:nvCxnSpPr>
        <p:spPr>
          <a:xfrm flipV="1">
            <a:off x="2668044" y="2192055"/>
            <a:ext cx="3920646" cy="1640909"/>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9D26F14-EFBD-295D-A40F-8DE0F951AACF}"/>
              </a:ext>
            </a:extLst>
          </p:cNvPr>
          <p:cNvCxnSpPr>
            <a:cxnSpLocks/>
          </p:cNvCxnSpPr>
          <p:nvPr/>
        </p:nvCxnSpPr>
        <p:spPr>
          <a:xfrm flipH="1">
            <a:off x="6588690" y="2304789"/>
            <a:ext cx="187891" cy="1894605"/>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947E476-85B2-BB5B-92B4-BC7C86F16A2E}"/>
              </a:ext>
            </a:extLst>
          </p:cNvPr>
          <p:cNvCxnSpPr>
            <a:cxnSpLocks/>
          </p:cNvCxnSpPr>
          <p:nvPr/>
        </p:nvCxnSpPr>
        <p:spPr>
          <a:xfrm flipH="1" flipV="1">
            <a:off x="2668044" y="3967901"/>
            <a:ext cx="3682652" cy="446817"/>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927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ADF91-0D5E-3581-AB10-58EF1E6C5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84AB8-9E88-2313-3AA1-B5AC0FDEC3EC}"/>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DBE7F7EC-3A03-5825-EB02-9DE72C61FF43}"/>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sp>
        <p:nvSpPr>
          <p:cNvPr id="13" name="TextBox 12">
            <a:extLst>
              <a:ext uri="{FF2B5EF4-FFF2-40B4-BE49-F238E27FC236}">
                <a16:creationId xmlns:a16="http://schemas.microsoft.com/office/drawing/2014/main" id="{43E4A8D4-9FBD-9C8B-977E-E9EEE2874805}"/>
              </a:ext>
            </a:extLst>
          </p:cNvPr>
          <p:cNvSpPr txBox="1"/>
          <p:nvPr/>
        </p:nvSpPr>
        <p:spPr>
          <a:xfrm>
            <a:off x="4898231" y="5714473"/>
            <a:ext cx="6455570" cy="954107"/>
          </a:xfrm>
          <a:prstGeom prst="rect">
            <a:avLst/>
          </a:prstGeom>
          <a:noFill/>
        </p:spPr>
        <p:txBody>
          <a:bodyPr wrap="square" rtlCol="0">
            <a:spAutoFit/>
          </a:bodyPr>
          <a:lstStyle/>
          <a:p>
            <a:pPr algn="ctr"/>
            <a:r>
              <a:rPr lang="en-US" sz="2800" dirty="0">
                <a:solidFill>
                  <a:srgbClr val="FF0000"/>
                </a:solidFill>
              </a:rPr>
              <a:t>An invalid packing (length-4 cycles are disallowed in KEP(3))</a:t>
            </a:r>
          </a:p>
        </p:txBody>
      </p:sp>
      <p:cxnSp>
        <p:nvCxnSpPr>
          <p:cNvPr id="3" name="Straight Arrow Connector 2">
            <a:extLst>
              <a:ext uri="{FF2B5EF4-FFF2-40B4-BE49-F238E27FC236}">
                <a16:creationId xmlns:a16="http://schemas.microsoft.com/office/drawing/2014/main" id="{989988E4-24F3-E787-55F5-C5A7CB4C23E0}"/>
              </a:ext>
            </a:extLst>
          </p:cNvPr>
          <p:cNvCxnSpPr/>
          <p:nvPr/>
        </p:nvCxnSpPr>
        <p:spPr>
          <a:xfrm flipV="1">
            <a:off x="2668044" y="2192055"/>
            <a:ext cx="3920646" cy="1640909"/>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6D874F2-A083-F234-BC0E-E2D7FCF21B80}"/>
              </a:ext>
            </a:extLst>
          </p:cNvPr>
          <p:cNvCxnSpPr>
            <a:cxnSpLocks/>
          </p:cNvCxnSpPr>
          <p:nvPr/>
        </p:nvCxnSpPr>
        <p:spPr>
          <a:xfrm flipH="1">
            <a:off x="6588690" y="2304789"/>
            <a:ext cx="187891" cy="1894605"/>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3F04B030-F278-13A6-D10A-BE32E4214167}"/>
              </a:ext>
            </a:extLst>
          </p:cNvPr>
          <p:cNvCxnSpPr>
            <a:cxnSpLocks/>
          </p:cNvCxnSpPr>
          <p:nvPr/>
        </p:nvCxnSpPr>
        <p:spPr>
          <a:xfrm flipH="1" flipV="1">
            <a:off x="2567836" y="4136479"/>
            <a:ext cx="1290734" cy="1577994"/>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CDCA9F22-ECC7-8525-C2C1-D72EB41FFF3C}"/>
              </a:ext>
            </a:extLst>
          </p:cNvPr>
          <p:cNvCxnSpPr>
            <a:cxnSpLocks/>
          </p:cNvCxnSpPr>
          <p:nvPr/>
        </p:nvCxnSpPr>
        <p:spPr>
          <a:xfrm flipH="1">
            <a:off x="4171167" y="4597052"/>
            <a:ext cx="2236466" cy="1192993"/>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543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3B86B-AF23-88F3-E408-464F41885F1A}"/>
              </a:ext>
            </a:extLst>
          </p:cNvPr>
          <p:cNvSpPr>
            <a:spLocks noGrp="1"/>
          </p:cNvSpPr>
          <p:nvPr>
            <p:ph type="title"/>
          </p:nvPr>
        </p:nvSpPr>
        <p:spPr/>
        <p:txBody>
          <a:bodyPr/>
          <a:lstStyle/>
          <a:p>
            <a:r>
              <a:rPr lang="en-US" dirty="0"/>
              <a:t>Hardness of KEP(K)</a:t>
            </a:r>
          </a:p>
        </p:txBody>
      </p:sp>
      <p:sp>
        <p:nvSpPr>
          <p:cNvPr id="3" name="Content Placeholder 2">
            <a:extLst>
              <a:ext uri="{FF2B5EF4-FFF2-40B4-BE49-F238E27FC236}">
                <a16:creationId xmlns:a16="http://schemas.microsoft.com/office/drawing/2014/main" id="{2AB964DA-D4B1-71DE-6526-7AA8BC86A272}"/>
              </a:ext>
            </a:extLst>
          </p:cNvPr>
          <p:cNvSpPr>
            <a:spLocks noGrp="1"/>
          </p:cNvSpPr>
          <p:nvPr>
            <p:ph idx="1"/>
          </p:nvPr>
        </p:nvSpPr>
        <p:spPr/>
        <p:txBody>
          <a:bodyPr/>
          <a:lstStyle/>
          <a:p>
            <a:r>
              <a:rPr lang="en-US" dirty="0"/>
              <a:t>KEP(K) is NP-hard for any 3 ≤ K</a:t>
            </a:r>
          </a:p>
          <a:p>
            <a:r>
              <a:rPr lang="en-US" dirty="0"/>
              <a:t>So ILP models are used in practice. </a:t>
            </a:r>
          </a:p>
          <a:p>
            <a:r>
              <a:rPr lang="en-US" dirty="0"/>
              <a:t>No </a:t>
            </a:r>
            <a:r>
              <a:rPr lang="en-US"/>
              <a:t>approximation algorithms – </a:t>
            </a:r>
            <a:r>
              <a:rPr lang="en-US" dirty="0"/>
              <a:t>suboptimal solutions are not welcome since they can cost lives</a:t>
            </a:r>
          </a:p>
          <a:p>
            <a:r>
              <a:rPr lang="en-US" dirty="0"/>
              <a:t>How can we model the problem as an ILP?</a:t>
            </a:r>
          </a:p>
        </p:txBody>
      </p:sp>
    </p:spTree>
    <p:extLst>
      <p:ext uri="{BB962C8B-B14F-4D97-AF65-F5344CB8AC3E}">
        <p14:creationId xmlns:p14="http://schemas.microsoft.com/office/powerpoint/2010/main" val="422510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6EF5-8FCF-9A0B-7725-64DBE055D21C}"/>
              </a:ext>
            </a:extLst>
          </p:cNvPr>
          <p:cNvSpPr>
            <a:spLocks noGrp="1"/>
          </p:cNvSpPr>
          <p:nvPr>
            <p:ph type="title"/>
          </p:nvPr>
        </p:nvSpPr>
        <p:spPr/>
        <p:txBody>
          <a:bodyPr/>
          <a:lstStyle/>
          <a:p>
            <a:r>
              <a:rPr lang="en-US" dirty="0"/>
              <a:t>Idea 1: A literal cycle packing</a:t>
            </a:r>
          </a:p>
        </p:txBody>
      </p:sp>
      <p:sp>
        <p:nvSpPr>
          <p:cNvPr id="3" name="Content Placeholder 2">
            <a:extLst>
              <a:ext uri="{FF2B5EF4-FFF2-40B4-BE49-F238E27FC236}">
                <a16:creationId xmlns:a16="http://schemas.microsoft.com/office/drawing/2014/main" id="{6605BF48-B464-A174-5AE0-AC710254F9C8}"/>
              </a:ext>
            </a:extLst>
          </p:cNvPr>
          <p:cNvSpPr>
            <a:spLocks noGrp="1"/>
          </p:cNvSpPr>
          <p:nvPr>
            <p:ph idx="1"/>
          </p:nvPr>
        </p:nvSpPr>
        <p:spPr/>
        <p:txBody>
          <a:bodyPr/>
          <a:lstStyle/>
          <a:p>
            <a:r>
              <a:rPr lang="en-US" dirty="0"/>
              <a:t>Enumerate every feasible cycle.</a:t>
            </a:r>
          </a:p>
          <a:p>
            <a:r>
              <a:rPr lang="en-US" dirty="0"/>
              <a:t>Create a variable per cycle</a:t>
            </a:r>
          </a:p>
          <a:p>
            <a:r>
              <a:rPr lang="en-US" dirty="0"/>
              <a:t>Create a constraint per vertex saying “select at most one cycle that I am involved in”</a:t>
            </a:r>
          </a:p>
          <a:p>
            <a:r>
              <a:rPr lang="en-US" dirty="0"/>
              <a:t>Known as the </a:t>
            </a:r>
            <a:r>
              <a:rPr lang="en-US" b="1" dirty="0"/>
              <a:t>Cycle Formulation </a:t>
            </a:r>
            <a:r>
              <a:rPr lang="en-US" dirty="0"/>
              <a:t>introduced independently by [5] and [6]</a:t>
            </a:r>
          </a:p>
        </p:txBody>
      </p:sp>
    </p:spTree>
    <p:extLst>
      <p:ext uri="{BB962C8B-B14F-4D97-AF65-F5344CB8AC3E}">
        <p14:creationId xmlns:p14="http://schemas.microsoft.com/office/powerpoint/2010/main" val="171396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7390-24FC-926B-7336-D538B0CBA7A2}"/>
              </a:ext>
            </a:extLst>
          </p:cNvPr>
          <p:cNvSpPr>
            <a:spLocks noGrp="1"/>
          </p:cNvSpPr>
          <p:nvPr>
            <p:ph type="title"/>
          </p:nvPr>
        </p:nvSpPr>
        <p:spPr/>
        <p:txBody>
          <a:bodyPr/>
          <a:lstStyle/>
          <a:p>
            <a:r>
              <a:rPr lang="en-US" dirty="0"/>
              <a:t>Cycle Formulation</a:t>
            </a:r>
          </a:p>
        </p:txBody>
      </p:sp>
      <p:pic>
        <p:nvPicPr>
          <p:cNvPr id="4" name="Content Placeholder 3">
            <a:extLst>
              <a:ext uri="{FF2B5EF4-FFF2-40B4-BE49-F238E27FC236}">
                <a16:creationId xmlns:a16="http://schemas.microsoft.com/office/drawing/2014/main" id="{522DE962-55C5-7B75-3769-BE7DCC23080F}"/>
              </a:ext>
            </a:extLst>
          </p:cNvPr>
          <p:cNvPicPr>
            <a:picLocks noGrp="1" noChangeAspect="1"/>
          </p:cNvPicPr>
          <p:nvPr>
            <p:ph idx="1"/>
          </p:nvPr>
        </p:nvPicPr>
        <p:blipFill>
          <a:blip r:embed="rId2"/>
          <a:stretch>
            <a:fillRect/>
          </a:stretch>
        </p:blipFill>
        <p:spPr>
          <a:xfrm>
            <a:off x="1811576" y="2399751"/>
            <a:ext cx="8568847" cy="2610099"/>
          </a:xfrm>
          <a:prstGeom prst="rect">
            <a:avLst/>
          </a:prstGeom>
        </p:spPr>
      </p:pic>
      <p:sp>
        <p:nvSpPr>
          <p:cNvPr id="5" name="TextBox 4">
            <a:extLst>
              <a:ext uri="{FF2B5EF4-FFF2-40B4-BE49-F238E27FC236}">
                <a16:creationId xmlns:a16="http://schemas.microsoft.com/office/drawing/2014/main" id="{0C08706E-5D14-3FA4-ACB6-272A970A6C51}"/>
              </a:ext>
            </a:extLst>
          </p:cNvPr>
          <p:cNvSpPr txBox="1"/>
          <p:nvPr/>
        </p:nvSpPr>
        <p:spPr>
          <a:xfrm>
            <a:off x="5549030" y="5718913"/>
            <a:ext cx="5411418" cy="523220"/>
          </a:xfrm>
          <a:prstGeom prst="rect">
            <a:avLst/>
          </a:prstGeom>
          <a:noFill/>
        </p:spPr>
        <p:txBody>
          <a:bodyPr wrap="none" rtlCol="0">
            <a:spAutoFit/>
          </a:bodyPr>
          <a:lstStyle/>
          <a:p>
            <a:r>
              <a:rPr lang="en-US" sz="2800" dirty="0">
                <a:solidFill>
                  <a:srgbClr val="FF0000"/>
                </a:solidFill>
              </a:rPr>
              <a:t>A set of all cycles no longer than K</a:t>
            </a:r>
          </a:p>
        </p:txBody>
      </p:sp>
      <p:cxnSp>
        <p:nvCxnSpPr>
          <p:cNvPr id="6" name="Straight Arrow Connector 5">
            <a:extLst>
              <a:ext uri="{FF2B5EF4-FFF2-40B4-BE49-F238E27FC236}">
                <a16:creationId xmlns:a16="http://schemas.microsoft.com/office/drawing/2014/main" id="{1278F1ED-CC8A-0F58-9A45-C34C5DAC1EFF}"/>
              </a:ext>
            </a:extLst>
          </p:cNvPr>
          <p:cNvCxnSpPr>
            <a:cxnSpLocks/>
            <a:stCxn id="5" idx="0"/>
          </p:cNvCxnSpPr>
          <p:nvPr/>
        </p:nvCxnSpPr>
        <p:spPr>
          <a:xfrm flipV="1">
            <a:off x="8254739" y="4877228"/>
            <a:ext cx="413272" cy="841685"/>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D3C3114-60EE-15FB-ABC3-FEB07D6D3BDD}"/>
              </a:ext>
            </a:extLst>
          </p:cNvPr>
          <p:cNvCxnSpPr>
            <a:cxnSpLocks/>
          </p:cNvCxnSpPr>
          <p:nvPr/>
        </p:nvCxnSpPr>
        <p:spPr>
          <a:xfrm flipH="1">
            <a:off x="5285984" y="2091411"/>
            <a:ext cx="1453019" cy="589159"/>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589EE0F-6BE6-7B7A-F8D5-8399E3C4C8C2}"/>
              </a:ext>
            </a:extLst>
          </p:cNvPr>
          <p:cNvSpPr txBox="1"/>
          <p:nvPr/>
        </p:nvSpPr>
        <p:spPr>
          <a:xfrm>
            <a:off x="5015717" y="1139859"/>
            <a:ext cx="5784937" cy="954107"/>
          </a:xfrm>
          <a:prstGeom prst="rect">
            <a:avLst/>
          </a:prstGeom>
          <a:noFill/>
        </p:spPr>
        <p:txBody>
          <a:bodyPr wrap="square" rtlCol="0">
            <a:spAutoFit/>
          </a:bodyPr>
          <a:lstStyle/>
          <a:p>
            <a:pPr algn="ctr"/>
            <a:r>
              <a:rPr lang="en-US" sz="2800" dirty="0">
                <a:solidFill>
                  <a:srgbClr val="FF0000"/>
                </a:solidFill>
              </a:rPr>
              <a:t>Allows weight. What weight should we use to model standard KEP(K)?</a:t>
            </a:r>
          </a:p>
        </p:txBody>
      </p:sp>
    </p:spTree>
    <p:extLst>
      <p:ext uri="{BB962C8B-B14F-4D97-AF65-F5344CB8AC3E}">
        <p14:creationId xmlns:p14="http://schemas.microsoft.com/office/powerpoint/2010/main" val="404586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11F00-D407-F3F9-7BD1-7BE9BC366E04}"/>
              </a:ext>
            </a:extLst>
          </p:cNvPr>
          <p:cNvSpPr>
            <a:spLocks noGrp="1"/>
          </p:cNvSpPr>
          <p:nvPr>
            <p:ph type="title"/>
          </p:nvPr>
        </p:nvSpPr>
        <p:spPr/>
        <p:txBody>
          <a:bodyPr/>
          <a:lstStyle/>
          <a:p>
            <a:r>
              <a:rPr lang="en-US" dirty="0"/>
              <a:t>Idea 2: Consider arcs individually and ensure flow conservation</a:t>
            </a:r>
          </a:p>
        </p:txBody>
      </p:sp>
      <p:sp>
        <p:nvSpPr>
          <p:cNvPr id="3" name="Content Placeholder 2">
            <a:extLst>
              <a:ext uri="{FF2B5EF4-FFF2-40B4-BE49-F238E27FC236}">
                <a16:creationId xmlns:a16="http://schemas.microsoft.com/office/drawing/2014/main" id="{0EBB7D8E-CBE2-053D-5F4D-243F67596C0E}"/>
              </a:ext>
            </a:extLst>
          </p:cNvPr>
          <p:cNvSpPr>
            <a:spLocks noGrp="1"/>
          </p:cNvSpPr>
          <p:nvPr>
            <p:ph idx="1"/>
          </p:nvPr>
        </p:nvSpPr>
        <p:spPr>
          <a:xfrm>
            <a:off x="838200" y="1834769"/>
            <a:ext cx="10515600" cy="4351338"/>
          </a:xfrm>
        </p:spPr>
        <p:txBody>
          <a:bodyPr/>
          <a:lstStyle/>
          <a:p>
            <a:r>
              <a:rPr lang="en-US" dirty="0"/>
              <a:t>Create a variable per arc</a:t>
            </a:r>
          </a:p>
          <a:p>
            <a:r>
              <a:rPr lang="en-US" dirty="0"/>
              <a:t>For each vertex create a constraint saying “At most the flow of one going out of me (i.e. at most one donation)”</a:t>
            </a:r>
          </a:p>
          <a:p>
            <a:r>
              <a:rPr lang="en-US" dirty="0"/>
              <a:t>For each vertex create a constraint saying “Flow goes out if and only if the same amount of flow comes in (i.e. I donate if and only if my partner gets a donation)”</a:t>
            </a:r>
          </a:p>
          <a:p>
            <a:r>
              <a:rPr lang="en-US" dirty="0"/>
              <a:t>For each path in a graph of length K create a constraint saying that at most K-1 edges can be part of the solution – </a:t>
            </a:r>
            <a:r>
              <a:rPr lang="en-US" b="1" dirty="0"/>
              <a:t>why?</a:t>
            </a:r>
            <a:endParaRPr lang="en-US" dirty="0"/>
          </a:p>
        </p:txBody>
      </p:sp>
    </p:spTree>
    <p:extLst>
      <p:ext uri="{BB962C8B-B14F-4D97-AF65-F5344CB8AC3E}">
        <p14:creationId xmlns:p14="http://schemas.microsoft.com/office/powerpoint/2010/main" val="377614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E3D86-26F7-2405-46B9-318621FED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63B43-CE51-E810-9AF2-99B2925F565A}"/>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3AC8EC03-2F5C-E868-712E-AAE9617754CA}"/>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sp>
        <p:nvSpPr>
          <p:cNvPr id="13" name="TextBox 12">
            <a:extLst>
              <a:ext uri="{FF2B5EF4-FFF2-40B4-BE49-F238E27FC236}">
                <a16:creationId xmlns:a16="http://schemas.microsoft.com/office/drawing/2014/main" id="{46AEFF7E-0FF4-6530-831B-F0A83A2A84DF}"/>
              </a:ext>
            </a:extLst>
          </p:cNvPr>
          <p:cNvSpPr txBox="1"/>
          <p:nvPr/>
        </p:nvSpPr>
        <p:spPr>
          <a:xfrm>
            <a:off x="4658062" y="5484465"/>
            <a:ext cx="7533938" cy="1384995"/>
          </a:xfrm>
          <a:prstGeom prst="rect">
            <a:avLst/>
          </a:prstGeom>
          <a:noFill/>
        </p:spPr>
        <p:txBody>
          <a:bodyPr wrap="square" rtlCol="0">
            <a:spAutoFit/>
          </a:bodyPr>
          <a:lstStyle/>
          <a:p>
            <a:pPr algn="ctr"/>
            <a:r>
              <a:rPr lang="en-US" sz="2800" dirty="0">
                <a:solidFill>
                  <a:srgbClr val="FF0000"/>
                </a:solidFill>
              </a:rPr>
              <a:t>Here if every arc in the path [1,2,3,4] is a part of solution, it implies the cycle (1,2,3,4) or a longer cycle is selected, so violates the constraint</a:t>
            </a:r>
          </a:p>
        </p:txBody>
      </p:sp>
      <p:cxnSp>
        <p:nvCxnSpPr>
          <p:cNvPr id="3" name="Straight Arrow Connector 2">
            <a:extLst>
              <a:ext uri="{FF2B5EF4-FFF2-40B4-BE49-F238E27FC236}">
                <a16:creationId xmlns:a16="http://schemas.microsoft.com/office/drawing/2014/main" id="{5F0BF8C0-7DAE-1ABE-EE34-AE7667B3D68C}"/>
              </a:ext>
            </a:extLst>
          </p:cNvPr>
          <p:cNvCxnSpPr/>
          <p:nvPr/>
        </p:nvCxnSpPr>
        <p:spPr>
          <a:xfrm flipV="1">
            <a:off x="2668044" y="2192055"/>
            <a:ext cx="3920646" cy="1640909"/>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05EDB6B1-ECB6-D0B8-7833-F40B902C7295}"/>
              </a:ext>
            </a:extLst>
          </p:cNvPr>
          <p:cNvCxnSpPr>
            <a:cxnSpLocks/>
          </p:cNvCxnSpPr>
          <p:nvPr/>
        </p:nvCxnSpPr>
        <p:spPr>
          <a:xfrm flipH="1">
            <a:off x="6588690" y="2304789"/>
            <a:ext cx="187891" cy="1894605"/>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ED0746EA-70D7-D45D-67FC-D9ED78DE7B52}"/>
              </a:ext>
            </a:extLst>
          </p:cNvPr>
          <p:cNvCxnSpPr>
            <a:cxnSpLocks/>
          </p:cNvCxnSpPr>
          <p:nvPr/>
        </p:nvCxnSpPr>
        <p:spPr>
          <a:xfrm flipH="1">
            <a:off x="4171167" y="4597052"/>
            <a:ext cx="2236466" cy="1192993"/>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C6DB30D-972F-9138-6F80-69F801CF8612}"/>
              </a:ext>
            </a:extLst>
          </p:cNvPr>
          <p:cNvCxnSpPr>
            <a:cxnSpLocks/>
          </p:cNvCxnSpPr>
          <p:nvPr/>
        </p:nvCxnSpPr>
        <p:spPr>
          <a:xfrm flipH="1" flipV="1">
            <a:off x="2580362" y="4096011"/>
            <a:ext cx="1252602" cy="1618462"/>
          </a:xfrm>
          <a:prstGeom prst="straightConnector1">
            <a:avLst/>
          </a:prstGeom>
          <a:ln w="127000">
            <a:prstDash val="sys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444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B185-E604-4461-261A-14FC75365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9E495-62B7-5A4D-E5CB-E1C908C5EA47}"/>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D803A00E-1F0D-CECD-48CA-1160C4927C2E}"/>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sp>
        <p:nvSpPr>
          <p:cNvPr id="13" name="TextBox 12">
            <a:extLst>
              <a:ext uri="{FF2B5EF4-FFF2-40B4-BE49-F238E27FC236}">
                <a16:creationId xmlns:a16="http://schemas.microsoft.com/office/drawing/2014/main" id="{06FB5F47-BC30-E1A5-D154-A302F7BD4D7B}"/>
              </a:ext>
            </a:extLst>
          </p:cNvPr>
          <p:cNvSpPr txBox="1"/>
          <p:nvPr/>
        </p:nvSpPr>
        <p:spPr>
          <a:xfrm>
            <a:off x="4509370" y="5473005"/>
            <a:ext cx="7682629" cy="1384995"/>
          </a:xfrm>
          <a:prstGeom prst="rect">
            <a:avLst/>
          </a:prstGeom>
          <a:noFill/>
        </p:spPr>
        <p:txBody>
          <a:bodyPr wrap="square" rtlCol="0">
            <a:spAutoFit/>
          </a:bodyPr>
          <a:lstStyle/>
          <a:p>
            <a:pPr algn="ctr"/>
            <a:r>
              <a:rPr lang="en-US" sz="2800" dirty="0">
                <a:solidFill>
                  <a:srgbClr val="FF0000"/>
                </a:solidFill>
              </a:rPr>
              <a:t>If the arc (3,4) is not in solution, that implies cycle (1,2,3) is selected due to flow conservation constraints which is fine</a:t>
            </a:r>
          </a:p>
        </p:txBody>
      </p:sp>
      <p:cxnSp>
        <p:nvCxnSpPr>
          <p:cNvPr id="3" name="Straight Arrow Connector 2">
            <a:extLst>
              <a:ext uri="{FF2B5EF4-FFF2-40B4-BE49-F238E27FC236}">
                <a16:creationId xmlns:a16="http://schemas.microsoft.com/office/drawing/2014/main" id="{6D6E3FE6-186F-0ED5-2106-A0C9A0367A3E}"/>
              </a:ext>
            </a:extLst>
          </p:cNvPr>
          <p:cNvCxnSpPr/>
          <p:nvPr/>
        </p:nvCxnSpPr>
        <p:spPr>
          <a:xfrm flipV="1">
            <a:off x="2668044" y="2192055"/>
            <a:ext cx="3920646" cy="1640909"/>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5521372E-5A6F-1D77-2C2D-B012DED5EA26}"/>
              </a:ext>
            </a:extLst>
          </p:cNvPr>
          <p:cNvCxnSpPr>
            <a:cxnSpLocks/>
          </p:cNvCxnSpPr>
          <p:nvPr/>
        </p:nvCxnSpPr>
        <p:spPr>
          <a:xfrm flipH="1">
            <a:off x="6588690" y="2304789"/>
            <a:ext cx="187891" cy="1894605"/>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F6394DAE-2E06-0AE5-9E86-DA9C303C8763}"/>
              </a:ext>
            </a:extLst>
          </p:cNvPr>
          <p:cNvCxnSpPr>
            <a:cxnSpLocks/>
          </p:cNvCxnSpPr>
          <p:nvPr/>
        </p:nvCxnSpPr>
        <p:spPr>
          <a:xfrm flipH="1" flipV="1">
            <a:off x="2668044" y="3967901"/>
            <a:ext cx="3682652" cy="491365"/>
          </a:xfrm>
          <a:prstGeom prst="straightConnector1">
            <a:avLst/>
          </a:prstGeom>
          <a:ln w="127000">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4CE33EE8-3B46-67C5-3AEE-3E06EF245BAB}"/>
              </a:ext>
            </a:extLst>
          </p:cNvPr>
          <p:cNvCxnSpPr>
            <a:cxnSpLocks/>
          </p:cNvCxnSpPr>
          <p:nvPr/>
        </p:nvCxnSpPr>
        <p:spPr>
          <a:xfrm flipH="1">
            <a:off x="4261104" y="4594203"/>
            <a:ext cx="2089592" cy="1184805"/>
          </a:xfrm>
          <a:prstGeom prst="straightConnector1">
            <a:avLst/>
          </a:prstGeom>
          <a:ln w="6350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51850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ABD6E-8674-B641-E663-3A1199B33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2E074-5CEC-8BF1-4E2B-7BCF2712FA93}"/>
              </a:ext>
            </a:extLst>
          </p:cNvPr>
          <p:cNvSpPr>
            <a:spLocks noGrp="1"/>
          </p:cNvSpPr>
          <p:nvPr>
            <p:ph type="title"/>
          </p:nvPr>
        </p:nvSpPr>
        <p:spPr/>
        <p:txBody>
          <a:bodyPr/>
          <a:lstStyle/>
          <a:p>
            <a:r>
              <a:rPr lang="en-US" dirty="0"/>
              <a:t>Edge Formulation</a:t>
            </a:r>
          </a:p>
        </p:txBody>
      </p:sp>
      <p:sp>
        <p:nvSpPr>
          <p:cNvPr id="5" name="TextBox 4">
            <a:extLst>
              <a:ext uri="{FF2B5EF4-FFF2-40B4-BE49-F238E27FC236}">
                <a16:creationId xmlns:a16="http://schemas.microsoft.com/office/drawing/2014/main" id="{8991945E-09B3-8AD2-6A0F-EF94264F2D90}"/>
              </a:ext>
            </a:extLst>
          </p:cNvPr>
          <p:cNvSpPr txBox="1"/>
          <p:nvPr/>
        </p:nvSpPr>
        <p:spPr>
          <a:xfrm>
            <a:off x="7983934" y="6107108"/>
            <a:ext cx="2523319" cy="523220"/>
          </a:xfrm>
          <a:prstGeom prst="rect">
            <a:avLst/>
          </a:prstGeom>
          <a:noFill/>
        </p:spPr>
        <p:txBody>
          <a:bodyPr wrap="none" rtlCol="0">
            <a:spAutoFit/>
          </a:bodyPr>
          <a:lstStyle/>
          <a:p>
            <a:r>
              <a:rPr lang="en-US" sz="2800" dirty="0">
                <a:solidFill>
                  <a:srgbClr val="FF0000"/>
                </a:solidFill>
              </a:rPr>
              <a:t>A set of all arcs</a:t>
            </a:r>
          </a:p>
        </p:txBody>
      </p:sp>
      <p:sp>
        <p:nvSpPr>
          <p:cNvPr id="11" name="TextBox 10">
            <a:extLst>
              <a:ext uri="{FF2B5EF4-FFF2-40B4-BE49-F238E27FC236}">
                <a16:creationId xmlns:a16="http://schemas.microsoft.com/office/drawing/2014/main" id="{4BBABA5D-4D2A-C700-4C7C-36A921355674}"/>
              </a:ext>
            </a:extLst>
          </p:cNvPr>
          <p:cNvSpPr txBox="1"/>
          <p:nvPr/>
        </p:nvSpPr>
        <p:spPr>
          <a:xfrm>
            <a:off x="5438384" y="965819"/>
            <a:ext cx="5784937" cy="954107"/>
          </a:xfrm>
          <a:prstGeom prst="rect">
            <a:avLst/>
          </a:prstGeom>
          <a:noFill/>
        </p:spPr>
        <p:txBody>
          <a:bodyPr wrap="square" rtlCol="0">
            <a:spAutoFit/>
          </a:bodyPr>
          <a:lstStyle/>
          <a:p>
            <a:pPr algn="ctr"/>
            <a:r>
              <a:rPr lang="en-US" sz="2800" dirty="0">
                <a:solidFill>
                  <a:srgbClr val="FF0000"/>
                </a:solidFill>
              </a:rPr>
              <a:t>Allows weight. What weight should we use to model standard KEP(K)?</a:t>
            </a:r>
          </a:p>
        </p:txBody>
      </p:sp>
      <p:sp>
        <p:nvSpPr>
          <p:cNvPr id="16" name="TextBox 15">
            <a:extLst>
              <a:ext uri="{FF2B5EF4-FFF2-40B4-BE49-F238E27FC236}">
                <a16:creationId xmlns:a16="http://schemas.microsoft.com/office/drawing/2014/main" id="{5032364C-7A2A-ABE4-02A6-9F672AEDBEE2}"/>
              </a:ext>
            </a:extLst>
          </p:cNvPr>
          <p:cNvSpPr txBox="1"/>
          <p:nvPr/>
        </p:nvSpPr>
        <p:spPr>
          <a:xfrm>
            <a:off x="3048000" y="5597465"/>
            <a:ext cx="4455767" cy="523220"/>
          </a:xfrm>
          <a:prstGeom prst="rect">
            <a:avLst/>
          </a:prstGeom>
          <a:noFill/>
        </p:spPr>
        <p:txBody>
          <a:bodyPr wrap="square" rtlCol="0">
            <a:spAutoFit/>
          </a:bodyPr>
          <a:lstStyle/>
          <a:p>
            <a:r>
              <a:rPr lang="en-US" sz="2800" dirty="0">
                <a:solidFill>
                  <a:srgbClr val="FF0000"/>
                </a:solidFill>
              </a:rPr>
              <a:t>A set of all paths of length K</a:t>
            </a:r>
          </a:p>
        </p:txBody>
      </p:sp>
      <p:pic>
        <p:nvPicPr>
          <p:cNvPr id="29" name="Content Placeholder 28">
            <a:extLst>
              <a:ext uri="{FF2B5EF4-FFF2-40B4-BE49-F238E27FC236}">
                <a16:creationId xmlns:a16="http://schemas.microsoft.com/office/drawing/2014/main" id="{0974486D-038C-19AF-29D3-4C6F14261791}"/>
              </a:ext>
            </a:extLst>
          </p:cNvPr>
          <p:cNvPicPr>
            <a:picLocks noGrp="1" noChangeAspect="1"/>
          </p:cNvPicPr>
          <p:nvPr>
            <p:ph idx="1"/>
          </p:nvPr>
        </p:nvPicPr>
        <p:blipFill>
          <a:blip r:embed="rId2"/>
          <a:stretch>
            <a:fillRect/>
          </a:stretch>
        </p:blipFill>
        <p:spPr>
          <a:xfrm>
            <a:off x="838200" y="2339419"/>
            <a:ext cx="10515600" cy="3323749"/>
          </a:xfrm>
          <a:prstGeom prst="rect">
            <a:avLst/>
          </a:prstGeom>
        </p:spPr>
      </p:pic>
      <p:cxnSp>
        <p:nvCxnSpPr>
          <p:cNvPr id="30" name="Straight Arrow Connector 29">
            <a:extLst>
              <a:ext uri="{FF2B5EF4-FFF2-40B4-BE49-F238E27FC236}">
                <a16:creationId xmlns:a16="http://schemas.microsoft.com/office/drawing/2014/main" id="{87365CA0-39E1-8FBB-E411-83940404D1CC}"/>
              </a:ext>
            </a:extLst>
          </p:cNvPr>
          <p:cNvCxnSpPr>
            <a:cxnSpLocks/>
          </p:cNvCxnSpPr>
          <p:nvPr/>
        </p:nvCxnSpPr>
        <p:spPr>
          <a:xfrm flipH="1">
            <a:off x="4728577" y="1919925"/>
            <a:ext cx="2411259" cy="570843"/>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E82861A-38F4-A62D-74D4-0D3A6154EF08}"/>
              </a:ext>
            </a:extLst>
          </p:cNvPr>
          <p:cNvCxnSpPr>
            <a:cxnSpLocks/>
          </p:cNvCxnSpPr>
          <p:nvPr/>
        </p:nvCxnSpPr>
        <p:spPr>
          <a:xfrm flipV="1">
            <a:off x="5438384" y="5225292"/>
            <a:ext cx="4805635" cy="473641"/>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5E5BC53C-3503-7F78-7A10-8933648BDC00}"/>
              </a:ext>
            </a:extLst>
          </p:cNvPr>
          <p:cNvCxnSpPr>
            <a:cxnSpLocks/>
          </p:cNvCxnSpPr>
          <p:nvPr/>
        </p:nvCxnSpPr>
        <p:spPr>
          <a:xfrm flipV="1">
            <a:off x="9243160" y="5571644"/>
            <a:ext cx="1264093" cy="602542"/>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542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B4B88-75FD-4B23-2C3E-807752907380}"/>
              </a:ext>
            </a:extLst>
          </p:cNvPr>
          <p:cNvSpPr>
            <a:spLocks noGrp="1"/>
          </p:cNvSpPr>
          <p:nvPr>
            <p:ph type="title"/>
          </p:nvPr>
        </p:nvSpPr>
        <p:spPr/>
        <p:txBody>
          <a:bodyPr/>
          <a:lstStyle/>
          <a:p>
            <a:r>
              <a:rPr lang="en-US" dirty="0"/>
              <a:t>Analysis: which one is better?</a:t>
            </a:r>
          </a:p>
        </p:txBody>
      </p:sp>
      <p:sp>
        <p:nvSpPr>
          <p:cNvPr id="3" name="Content Placeholder 2">
            <a:extLst>
              <a:ext uri="{FF2B5EF4-FFF2-40B4-BE49-F238E27FC236}">
                <a16:creationId xmlns:a16="http://schemas.microsoft.com/office/drawing/2014/main" id="{D49E2718-42CC-357F-A5E6-C3D0A2AE8125}"/>
              </a:ext>
            </a:extLst>
          </p:cNvPr>
          <p:cNvSpPr>
            <a:spLocks noGrp="1"/>
          </p:cNvSpPr>
          <p:nvPr>
            <p:ph idx="1"/>
          </p:nvPr>
        </p:nvSpPr>
        <p:spPr/>
        <p:txBody>
          <a:bodyPr/>
          <a:lstStyle/>
          <a:p>
            <a:r>
              <a:rPr lang="en-US" dirty="0"/>
              <a:t>How can we compare two models?</a:t>
            </a:r>
          </a:p>
          <a:p>
            <a:endParaRPr lang="en-US" dirty="0"/>
          </a:p>
        </p:txBody>
      </p:sp>
    </p:spTree>
    <p:extLst>
      <p:ext uri="{BB962C8B-B14F-4D97-AF65-F5344CB8AC3E}">
        <p14:creationId xmlns:p14="http://schemas.microsoft.com/office/powerpoint/2010/main" val="2827415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65A2F-24C7-F0E8-8675-B1090D5D857E}"/>
              </a:ext>
            </a:extLst>
          </p:cNvPr>
          <p:cNvSpPr>
            <a:spLocks noGrp="1"/>
          </p:cNvSpPr>
          <p:nvPr>
            <p:ph type="title"/>
          </p:nvPr>
        </p:nvSpPr>
        <p:spPr/>
        <p:txBody>
          <a:bodyPr/>
          <a:lstStyle/>
          <a:p>
            <a:r>
              <a:rPr lang="en-US" dirty="0"/>
              <a:t>Analysis: model size</a:t>
            </a:r>
          </a:p>
        </p:txBody>
      </p:sp>
      <p:pic>
        <p:nvPicPr>
          <p:cNvPr id="4" name="Content Placeholder 3">
            <a:extLst>
              <a:ext uri="{FF2B5EF4-FFF2-40B4-BE49-F238E27FC236}">
                <a16:creationId xmlns:a16="http://schemas.microsoft.com/office/drawing/2014/main" id="{A0A09D9A-9626-EDFF-96D0-05041D75C819}"/>
              </a:ext>
            </a:extLst>
          </p:cNvPr>
          <p:cNvPicPr>
            <a:picLocks noGrp="1" noChangeAspect="1"/>
          </p:cNvPicPr>
          <p:nvPr>
            <p:ph idx="1"/>
          </p:nvPr>
        </p:nvPicPr>
        <p:blipFill>
          <a:blip r:embed="rId2"/>
          <a:stretch>
            <a:fillRect/>
          </a:stretch>
        </p:blipFill>
        <p:spPr>
          <a:xfrm>
            <a:off x="474945" y="2650272"/>
            <a:ext cx="7754655" cy="2362093"/>
          </a:xfrm>
          <a:prstGeom prst="rect">
            <a:avLst/>
          </a:prstGeom>
        </p:spPr>
      </p:pic>
      <p:sp>
        <p:nvSpPr>
          <p:cNvPr id="5" name="TextBox 4">
            <a:extLst>
              <a:ext uri="{FF2B5EF4-FFF2-40B4-BE49-F238E27FC236}">
                <a16:creationId xmlns:a16="http://schemas.microsoft.com/office/drawing/2014/main" id="{B7EF2546-43F8-F57B-BBFE-F2C532F46CBA}"/>
              </a:ext>
            </a:extLst>
          </p:cNvPr>
          <p:cNvSpPr txBox="1"/>
          <p:nvPr/>
        </p:nvSpPr>
        <p:spPr>
          <a:xfrm>
            <a:off x="8617907" y="3569708"/>
            <a:ext cx="856325" cy="523220"/>
          </a:xfrm>
          <a:prstGeom prst="rect">
            <a:avLst/>
          </a:prstGeom>
          <a:noFill/>
        </p:spPr>
        <p:txBody>
          <a:bodyPr wrap="none" rtlCol="0">
            <a:spAutoFit/>
          </a:bodyPr>
          <a:lstStyle/>
          <a:p>
            <a:r>
              <a:rPr lang="en-US" sz="2800" dirty="0">
                <a:solidFill>
                  <a:srgbClr val="FF0000"/>
                </a:solidFill>
              </a:rPr>
              <a:t>O(n)</a:t>
            </a:r>
          </a:p>
        </p:txBody>
      </p:sp>
      <p:sp>
        <p:nvSpPr>
          <p:cNvPr id="6" name="TextBox 5">
            <a:extLst>
              <a:ext uri="{FF2B5EF4-FFF2-40B4-BE49-F238E27FC236}">
                <a16:creationId xmlns:a16="http://schemas.microsoft.com/office/drawing/2014/main" id="{22501E03-95BA-1CAA-137F-C7CF17A42685}"/>
              </a:ext>
            </a:extLst>
          </p:cNvPr>
          <p:cNvSpPr txBox="1"/>
          <p:nvPr/>
        </p:nvSpPr>
        <p:spPr>
          <a:xfrm>
            <a:off x="3620321" y="5098334"/>
            <a:ext cx="8123506" cy="523220"/>
          </a:xfrm>
          <a:prstGeom prst="rect">
            <a:avLst/>
          </a:prstGeom>
          <a:noFill/>
        </p:spPr>
        <p:txBody>
          <a:bodyPr wrap="none" rtlCol="0">
            <a:spAutoFit/>
          </a:bodyPr>
          <a:lstStyle/>
          <a:p>
            <a:r>
              <a:rPr lang="en-US" sz="2800" dirty="0">
                <a:solidFill>
                  <a:srgbClr val="FF0000"/>
                </a:solidFill>
              </a:rPr>
              <a:t>n(n-1)/2 + n(n-1)(n-2)/3 + ... + n(n-1)(…)(n-k)/k =O(</a:t>
            </a:r>
            <a:r>
              <a:rPr lang="en-US" sz="2800" dirty="0" err="1">
                <a:solidFill>
                  <a:srgbClr val="FF0000"/>
                </a:solidFill>
              </a:rPr>
              <a:t>n</a:t>
            </a:r>
            <a:r>
              <a:rPr lang="en-US" sz="2800" baseline="30000" dirty="0" err="1">
                <a:solidFill>
                  <a:srgbClr val="FF0000"/>
                </a:solidFill>
              </a:rPr>
              <a:t>K</a:t>
            </a:r>
            <a:r>
              <a:rPr lang="en-US" sz="2800" dirty="0">
                <a:solidFill>
                  <a:srgbClr val="FF0000"/>
                </a:solidFill>
              </a:rPr>
              <a:t>)</a:t>
            </a:r>
            <a:endParaRPr lang="en-US" sz="2800" baseline="30000" dirty="0">
              <a:solidFill>
                <a:srgbClr val="FF0000"/>
              </a:solidFill>
            </a:endParaRPr>
          </a:p>
        </p:txBody>
      </p:sp>
      <p:sp>
        <p:nvSpPr>
          <p:cNvPr id="3" name="TextBox 2">
            <a:extLst>
              <a:ext uri="{FF2B5EF4-FFF2-40B4-BE49-F238E27FC236}">
                <a16:creationId xmlns:a16="http://schemas.microsoft.com/office/drawing/2014/main" id="{654D07BE-2D16-6692-EA06-E184DD5B4B95}"/>
              </a:ext>
            </a:extLst>
          </p:cNvPr>
          <p:cNvSpPr txBox="1"/>
          <p:nvPr/>
        </p:nvSpPr>
        <p:spPr>
          <a:xfrm>
            <a:off x="5889917" y="1498056"/>
            <a:ext cx="3584315" cy="954107"/>
          </a:xfrm>
          <a:prstGeom prst="rect">
            <a:avLst/>
          </a:prstGeom>
          <a:noFill/>
        </p:spPr>
        <p:txBody>
          <a:bodyPr wrap="none" rtlCol="0">
            <a:spAutoFit/>
          </a:bodyPr>
          <a:lstStyle/>
          <a:p>
            <a:r>
              <a:rPr lang="en-US" sz="2800" dirty="0">
                <a:solidFill>
                  <a:srgbClr val="FF0000"/>
                </a:solidFill>
              </a:rPr>
              <a:t>n – number of vertices</a:t>
            </a:r>
          </a:p>
          <a:p>
            <a:r>
              <a:rPr lang="en-US" sz="2800" dirty="0">
                <a:solidFill>
                  <a:srgbClr val="FF0000"/>
                </a:solidFill>
              </a:rPr>
              <a:t>m - number of arcs</a:t>
            </a:r>
          </a:p>
        </p:txBody>
      </p:sp>
    </p:spTree>
    <p:extLst>
      <p:ext uri="{BB962C8B-B14F-4D97-AF65-F5344CB8AC3E}">
        <p14:creationId xmlns:p14="http://schemas.microsoft.com/office/powerpoint/2010/main" val="3033508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1695F-2FDE-5CBD-0A67-521DD00F9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2543B-1C5B-8B68-4053-D88FC2EDD624}"/>
              </a:ext>
            </a:extLst>
          </p:cNvPr>
          <p:cNvSpPr>
            <a:spLocks noGrp="1"/>
          </p:cNvSpPr>
          <p:nvPr>
            <p:ph type="title"/>
          </p:nvPr>
        </p:nvSpPr>
        <p:spPr/>
        <p:txBody>
          <a:bodyPr/>
          <a:lstStyle/>
          <a:p>
            <a:r>
              <a:rPr lang="en-US" dirty="0"/>
              <a:t>Analysis: model size</a:t>
            </a:r>
          </a:p>
        </p:txBody>
      </p:sp>
      <p:sp>
        <p:nvSpPr>
          <p:cNvPr id="5" name="TextBox 4">
            <a:extLst>
              <a:ext uri="{FF2B5EF4-FFF2-40B4-BE49-F238E27FC236}">
                <a16:creationId xmlns:a16="http://schemas.microsoft.com/office/drawing/2014/main" id="{3AE114C1-2B16-F9B0-E548-289B0A6FA49E}"/>
              </a:ext>
            </a:extLst>
          </p:cNvPr>
          <p:cNvSpPr txBox="1"/>
          <p:nvPr/>
        </p:nvSpPr>
        <p:spPr>
          <a:xfrm>
            <a:off x="9645038" y="3256556"/>
            <a:ext cx="856325" cy="523220"/>
          </a:xfrm>
          <a:prstGeom prst="rect">
            <a:avLst/>
          </a:prstGeom>
          <a:noFill/>
        </p:spPr>
        <p:txBody>
          <a:bodyPr wrap="none" rtlCol="0">
            <a:spAutoFit/>
          </a:bodyPr>
          <a:lstStyle/>
          <a:p>
            <a:r>
              <a:rPr lang="en-US" sz="2800" dirty="0">
                <a:solidFill>
                  <a:srgbClr val="FF0000"/>
                </a:solidFill>
              </a:rPr>
              <a:t>O(n)</a:t>
            </a:r>
          </a:p>
        </p:txBody>
      </p:sp>
      <p:sp>
        <p:nvSpPr>
          <p:cNvPr id="6" name="TextBox 5">
            <a:extLst>
              <a:ext uri="{FF2B5EF4-FFF2-40B4-BE49-F238E27FC236}">
                <a16:creationId xmlns:a16="http://schemas.microsoft.com/office/drawing/2014/main" id="{0C78AD9F-75E3-8DAA-A75E-CEE944B58FD9}"/>
              </a:ext>
            </a:extLst>
          </p:cNvPr>
          <p:cNvSpPr txBox="1"/>
          <p:nvPr/>
        </p:nvSpPr>
        <p:spPr>
          <a:xfrm>
            <a:off x="9645038" y="4631758"/>
            <a:ext cx="1249060" cy="523220"/>
          </a:xfrm>
          <a:prstGeom prst="rect">
            <a:avLst/>
          </a:prstGeom>
          <a:noFill/>
        </p:spPr>
        <p:txBody>
          <a:bodyPr wrap="none" rtlCol="0">
            <a:spAutoFit/>
          </a:bodyPr>
          <a:lstStyle/>
          <a:p>
            <a:r>
              <a:rPr lang="en-US" sz="2800" dirty="0">
                <a:solidFill>
                  <a:srgbClr val="FF0000"/>
                </a:solidFill>
              </a:rPr>
              <a:t>O(n</a:t>
            </a:r>
            <a:r>
              <a:rPr lang="en-US" sz="2800" baseline="30000" dirty="0">
                <a:solidFill>
                  <a:srgbClr val="FF0000"/>
                </a:solidFill>
              </a:rPr>
              <a:t>K+1</a:t>
            </a:r>
            <a:r>
              <a:rPr lang="en-US" sz="2800" dirty="0">
                <a:solidFill>
                  <a:srgbClr val="FF0000"/>
                </a:solidFill>
              </a:rPr>
              <a:t>)</a:t>
            </a:r>
          </a:p>
        </p:txBody>
      </p:sp>
      <p:pic>
        <p:nvPicPr>
          <p:cNvPr id="11" name="Content Placeholder 28">
            <a:extLst>
              <a:ext uri="{FF2B5EF4-FFF2-40B4-BE49-F238E27FC236}">
                <a16:creationId xmlns:a16="http://schemas.microsoft.com/office/drawing/2014/main" id="{39ED53D4-7062-2464-D68A-6A47C4B6810C}"/>
              </a:ext>
            </a:extLst>
          </p:cNvPr>
          <p:cNvPicPr>
            <a:picLocks noGrp="1" noChangeAspect="1"/>
          </p:cNvPicPr>
          <p:nvPr>
            <p:ph idx="1"/>
          </p:nvPr>
        </p:nvPicPr>
        <p:blipFill>
          <a:blip r:embed="rId2"/>
          <a:stretch>
            <a:fillRect/>
          </a:stretch>
        </p:blipFill>
        <p:spPr>
          <a:xfrm>
            <a:off x="239409" y="2568728"/>
            <a:ext cx="9327415" cy="2948190"/>
          </a:xfrm>
          <a:prstGeom prst="rect">
            <a:avLst/>
          </a:prstGeom>
        </p:spPr>
      </p:pic>
      <p:sp>
        <p:nvSpPr>
          <p:cNvPr id="12" name="TextBox 11">
            <a:extLst>
              <a:ext uri="{FF2B5EF4-FFF2-40B4-BE49-F238E27FC236}">
                <a16:creationId xmlns:a16="http://schemas.microsoft.com/office/drawing/2014/main" id="{7473F5AF-F4EF-DEF1-E738-D81A135BCE64}"/>
              </a:ext>
            </a:extLst>
          </p:cNvPr>
          <p:cNvSpPr txBox="1"/>
          <p:nvPr/>
        </p:nvSpPr>
        <p:spPr>
          <a:xfrm>
            <a:off x="9645038" y="4016029"/>
            <a:ext cx="856325" cy="523220"/>
          </a:xfrm>
          <a:prstGeom prst="rect">
            <a:avLst/>
          </a:prstGeom>
          <a:noFill/>
        </p:spPr>
        <p:txBody>
          <a:bodyPr wrap="none" rtlCol="0">
            <a:spAutoFit/>
          </a:bodyPr>
          <a:lstStyle/>
          <a:p>
            <a:r>
              <a:rPr lang="en-US" sz="2800" dirty="0">
                <a:solidFill>
                  <a:srgbClr val="FF0000"/>
                </a:solidFill>
              </a:rPr>
              <a:t>O(n)</a:t>
            </a:r>
          </a:p>
        </p:txBody>
      </p:sp>
      <p:sp>
        <p:nvSpPr>
          <p:cNvPr id="13" name="TextBox 12">
            <a:extLst>
              <a:ext uri="{FF2B5EF4-FFF2-40B4-BE49-F238E27FC236}">
                <a16:creationId xmlns:a16="http://schemas.microsoft.com/office/drawing/2014/main" id="{8B7D82F4-AB02-5D82-4038-50D29EBEB2EB}"/>
              </a:ext>
            </a:extLst>
          </p:cNvPr>
          <p:cNvSpPr txBox="1"/>
          <p:nvPr/>
        </p:nvSpPr>
        <p:spPr>
          <a:xfrm>
            <a:off x="9645038" y="5084034"/>
            <a:ext cx="984565" cy="523220"/>
          </a:xfrm>
          <a:prstGeom prst="rect">
            <a:avLst/>
          </a:prstGeom>
          <a:noFill/>
        </p:spPr>
        <p:txBody>
          <a:bodyPr wrap="none" rtlCol="0">
            <a:spAutoFit/>
          </a:bodyPr>
          <a:lstStyle/>
          <a:p>
            <a:r>
              <a:rPr lang="en-US" sz="2800" dirty="0">
                <a:solidFill>
                  <a:srgbClr val="FF0000"/>
                </a:solidFill>
              </a:rPr>
              <a:t>O(m)</a:t>
            </a:r>
          </a:p>
        </p:txBody>
      </p:sp>
      <p:sp>
        <p:nvSpPr>
          <p:cNvPr id="3" name="TextBox 2">
            <a:extLst>
              <a:ext uri="{FF2B5EF4-FFF2-40B4-BE49-F238E27FC236}">
                <a16:creationId xmlns:a16="http://schemas.microsoft.com/office/drawing/2014/main" id="{065A2B89-18C3-EEC4-8845-1EA2ADAA30F8}"/>
              </a:ext>
            </a:extLst>
          </p:cNvPr>
          <p:cNvSpPr txBox="1"/>
          <p:nvPr/>
        </p:nvSpPr>
        <p:spPr>
          <a:xfrm>
            <a:off x="6291035" y="5516918"/>
            <a:ext cx="2578783" cy="523220"/>
          </a:xfrm>
          <a:prstGeom prst="rect">
            <a:avLst/>
          </a:prstGeom>
          <a:noFill/>
        </p:spPr>
        <p:txBody>
          <a:bodyPr wrap="none" rtlCol="0">
            <a:spAutoFit/>
          </a:bodyPr>
          <a:lstStyle/>
          <a:p>
            <a:r>
              <a:rPr lang="en-US" sz="2800" dirty="0">
                <a:solidFill>
                  <a:srgbClr val="FF0000"/>
                </a:solidFill>
              </a:rPr>
              <a:t>Variables: O(m)</a:t>
            </a:r>
          </a:p>
        </p:txBody>
      </p:sp>
      <p:sp>
        <p:nvSpPr>
          <p:cNvPr id="4" name="TextBox 3">
            <a:extLst>
              <a:ext uri="{FF2B5EF4-FFF2-40B4-BE49-F238E27FC236}">
                <a16:creationId xmlns:a16="http://schemas.microsoft.com/office/drawing/2014/main" id="{2BA9EAC4-EA1B-695D-6C18-B0126E3A7429}"/>
              </a:ext>
            </a:extLst>
          </p:cNvPr>
          <p:cNvSpPr txBox="1"/>
          <p:nvPr/>
        </p:nvSpPr>
        <p:spPr>
          <a:xfrm>
            <a:off x="6291035" y="5969655"/>
            <a:ext cx="5633465" cy="523220"/>
          </a:xfrm>
          <a:prstGeom prst="rect">
            <a:avLst/>
          </a:prstGeom>
          <a:noFill/>
        </p:spPr>
        <p:txBody>
          <a:bodyPr wrap="none" rtlCol="0">
            <a:spAutoFit/>
          </a:bodyPr>
          <a:lstStyle/>
          <a:p>
            <a:r>
              <a:rPr lang="en-US" sz="2800" dirty="0">
                <a:solidFill>
                  <a:srgbClr val="FF0000"/>
                </a:solidFill>
              </a:rPr>
              <a:t>Constraints: O(n + n + n</a:t>
            </a:r>
            <a:r>
              <a:rPr lang="en-US" sz="2800" baseline="30000" dirty="0">
                <a:solidFill>
                  <a:srgbClr val="FF0000"/>
                </a:solidFill>
              </a:rPr>
              <a:t>K+1</a:t>
            </a:r>
            <a:r>
              <a:rPr lang="en-US" sz="2800" dirty="0">
                <a:solidFill>
                  <a:srgbClr val="FF0000"/>
                </a:solidFill>
              </a:rPr>
              <a:t>)= O(n</a:t>
            </a:r>
            <a:r>
              <a:rPr lang="en-US" sz="2800" baseline="30000" dirty="0">
                <a:solidFill>
                  <a:srgbClr val="FF0000"/>
                </a:solidFill>
              </a:rPr>
              <a:t>K+1</a:t>
            </a:r>
            <a:r>
              <a:rPr lang="en-US" sz="2800" dirty="0">
                <a:solidFill>
                  <a:srgbClr val="FF0000"/>
                </a:solidFill>
              </a:rPr>
              <a:t>)</a:t>
            </a:r>
          </a:p>
        </p:txBody>
      </p:sp>
      <p:sp>
        <p:nvSpPr>
          <p:cNvPr id="7" name="TextBox 6">
            <a:extLst>
              <a:ext uri="{FF2B5EF4-FFF2-40B4-BE49-F238E27FC236}">
                <a16:creationId xmlns:a16="http://schemas.microsoft.com/office/drawing/2014/main" id="{1D24FFDB-D762-B91A-5737-7717FA86BD69}"/>
              </a:ext>
            </a:extLst>
          </p:cNvPr>
          <p:cNvSpPr txBox="1"/>
          <p:nvPr/>
        </p:nvSpPr>
        <p:spPr>
          <a:xfrm>
            <a:off x="5889917" y="1498056"/>
            <a:ext cx="3584315" cy="954107"/>
          </a:xfrm>
          <a:prstGeom prst="rect">
            <a:avLst/>
          </a:prstGeom>
          <a:noFill/>
        </p:spPr>
        <p:txBody>
          <a:bodyPr wrap="none" rtlCol="0">
            <a:spAutoFit/>
          </a:bodyPr>
          <a:lstStyle/>
          <a:p>
            <a:r>
              <a:rPr lang="en-US" sz="2800" dirty="0">
                <a:solidFill>
                  <a:srgbClr val="FF0000"/>
                </a:solidFill>
              </a:rPr>
              <a:t>n – number of vertices</a:t>
            </a:r>
          </a:p>
          <a:p>
            <a:r>
              <a:rPr lang="en-US" sz="2800" dirty="0">
                <a:solidFill>
                  <a:srgbClr val="FF0000"/>
                </a:solidFill>
              </a:rPr>
              <a:t>m - number of arcs</a:t>
            </a:r>
          </a:p>
        </p:txBody>
      </p:sp>
    </p:spTree>
    <p:extLst>
      <p:ext uri="{BB962C8B-B14F-4D97-AF65-F5344CB8AC3E}">
        <p14:creationId xmlns:p14="http://schemas.microsoft.com/office/powerpoint/2010/main" val="154595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p:bldP spid="13" grpId="0"/>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5C43D-95C8-FFF2-E070-8D99D3529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E2FE1-31A6-2CEB-9660-4BE18C858709}"/>
              </a:ext>
            </a:extLst>
          </p:cNvPr>
          <p:cNvSpPr>
            <a:spLocks noGrp="1"/>
          </p:cNvSpPr>
          <p:nvPr>
            <p:ph type="title"/>
          </p:nvPr>
        </p:nvSpPr>
        <p:spPr/>
        <p:txBody>
          <a:bodyPr/>
          <a:lstStyle/>
          <a:p>
            <a:r>
              <a:rPr lang="en-US" dirty="0"/>
              <a:t>Analysis: model size</a:t>
            </a:r>
          </a:p>
        </p:txBody>
      </p:sp>
      <p:sp>
        <p:nvSpPr>
          <p:cNvPr id="8" name="Content Placeholder 7">
            <a:extLst>
              <a:ext uri="{FF2B5EF4-FFF2-40B4-BE49-F238E27FC236}">
                <a16:creationId xmlns:a16="http://schemas.microsoft.com/office/drawing/2014/main" id="{C3B68D84-3221-06F9-BF72-FEA66B330265}"/>
              </a:ext>
            </a:extLst>
          </p:cNvPr>
          <p:cNvSpPr>
            <a:spLocks noGrp="1"/>
          </p:cNvSpPr>
          <p:nvPr>
            <p:ph idx="1"/>
          </p:nvPr>
        </p:nvSpPr>
        <p:spPr/>
        <p:txBody>
          <a:bodyPr>
            <a:normAutofit/>
          </a:bodyPr>
          <a:lstStyle/>
          <a:p>
            <a:r>
              <a:rPr lang="en-US" dirty="0"/>
              <a:t>Model size = (number of constraints) x (number of variables)</a:t>
            </a:r>
          </a:p>
          <a:p>
            <a:pPr lvl="1"/>
            <a:r>
              <a:rPr lang="en-US" dirty="0"/>
              <a:t>CF: O(n</a:t>
            </a:r>
            <a:r>
              <a:rPr lang="en-US" baseline="30000" dirty="0"/>
              <a:t>K+1</a:t>
            </a:r>
            <a:r>
              <a:rPr lang="en-US" dirty="0"/>
              <a:t>)</a:t>
            </a:r>
          </a:p>
          <a:p>
            <a:pPr lvl="1"/>
            <a:r>
              <a:rPr lang="en-US" dirty="0"/>
              <a:t>EF: O(n</a:t>
            </a:r>
            <a:r>
              <a:rPr lang="en-US" baseline="30000" dirty="0"/>
              <a:t>K+1</a:t>
            </a:r>
            <a:r>
              <a:rPr lang="en-US" dirty="0"/>
              <a:t>) x O(m) = O(n</a:t>
            </a:r>
            <a:r>
              <a:rPr lang="en-US" baseline="30000" dirty="0"/>
              <a:t>K+1</a:t>
            </a:r>
            <a:r>
              <a:rPr lang="en-US" dirty="0"/>
              <a:t>m)</a:t>
            </a:r>
          </a:p>
          <a:p>
            <a:r>
              <a:rPr lang="en-US" dirty="0"/>
              <a:t>CF seems to be better here</a:t>
            </a:r>
          </a:p>
          <a:p>
            <a:r>
              <a:rPr lang="en-US" dirty="0"/>
              <a:t>But it is possible to improve the model size of EF to O(</a:t>
            </a:r>
            <a:r>
              <a:rPr lang="en-US" dirty="0" err="1"/>
              <a:t>n</a:t>
            </a:r>
            <a:r>
              <a:rPr lang="en-US" baseline="30000" dirty="0" err="1"/>
              <a:t>K</a:t>
            </a:r>
            <a:r>
              <a:rPr lang="en-US" dirty="0" err="1"/>
              <a:t>m</a:t>
            </a:r>
            <a:r>
              <a:rPr lang="en-US" dirty="0"/>
              <a:t>) (tutorial exercise) which is clearly still worse in dense graphs but does not seem much worse in sparse graphs</a:t>
            </a:r>
          </a:p>
          <a:p>
            <a:r>
              <a:rPr lang="en-US" dirty="0"/>
              <a:t>Also, one O(</a:t>
            </a:r>
            <a:r>
              <a:rPr lang="en-US" dirty="0" err="1"/>
              <a:t>n</a:t>
            </a:r>
            <a:r>
              <a:rPr lang="en-US" baseline="30000" dirty="0" err="1"/>
              <a:t>K</a:t>
            </a:r>
            <a:r>
              <a:rPr lang="en-US" dirty="0"/>
              <a:t>) comes from the number of paths whereas the other O(</a:t>
            </a:r>
            <a:r>
              <a:rPr lang="en-US" dirty="0" err="1"/>
              <a:t>n</a:t>
            </a:r>
            <a:r>
              <a:rPr lang="en-US" baseline="30000" dirty="0" err="1"/>
              <a:t>K</a:t>
            </a:r>
            <a:r>
              <a:rPr lang="en-US" dirty="0"/>
              <a:t>) comes from the number of cycles, so does not necessarily feel right to compare</a:t>
            </a:r>
          </a:p>
        </p:txBody>
      </p:sp>
    </p:spTree>
    <p:extLst>
      <p:ext uri="{BB962C8B-B14F-4D97-AF65-F5344CB8AC3E}">
        <p14:creationId xmlns:p14="http://schemas.microsoft.com/office/powerpoint/2010/main" val="280482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9A90-597B-F0B8-E8AF-572399D8A1A6}"/>
              </a:ext>
            </a:extLst>
          </p:cNvPr>
          <p:cNvSpPr>
            <a:spLocks noGrp="1"/>
          </p:cNvSpPr>
          <p:nvPr>
            <p:ph type="title"/>
          </p:nvPr>
        </p:nvSpPr>
        <p:spPr/>
        <p:txBody>
          <a:bodyPr/>
          <a:lstStyle/>
          <a:p>
            <a:r>
              <a:rPr lang="en-US" dirty="0"/>
              <a:t>Analysis: strength of linear relaxations</a:t>
            </a:r>
          </a:p>
        </p:txBody>
      </p:sp>
      <p:sp>
        <p:nvSpPr>
          <p:cNvPr id="22" name="TextBox 21">
            <a:extLst>
              <a:ext uri="{FF2B5EF4-FFF2-40B4-BE49-F238E27FC236}">
                <a16:creationId xmlns:a16="http://schemas.microsoft.com/office/drawing/2014/main" id="{A5B194FC-91FF-A3B5-EEC5-026334ABB4DD}"/>
              </a:ext>
            </a:extLst>
          </p:cNvPr>
          <p:cNvSpPr txBox="1"/>
          <p:nvPr/>
        </p:nvSpPr>
        <p:spPr>
          <a:xfrm>
            <a:off x="4321479" y="1690688"/>
            <a:ext cx="3033651" cy="523220"/>
          </a:xfrm>
          <a:prstGeom prst="rect">
            <a:avLst/>
          </a:prstGeom>
          <a:noFill/>
        </p:spPr>
        <p:txBody>
          <a:bodyPr wrap="none" rtlCol="0">
            <a:spAutoFit/>
          </a:bodyPr>
          <a:lstStyle/>
          <a:p>
            <a:r>
              <a:rPr lang="en-US" sz="2800" dirty="0">
                <a:solidFill>
                  <a:srgbClr val="FF0000"/>
                </a:solidFill>
              </a:rPr>
              <a:t>Suppose OPT=100</a:t>
            </a:r>
          </a:p>
        </p:txBody>
      </p:sp>
      <p:sp>
        <p:nvSpPr>
          <p:cNvPr id="5" name="Rectangle 4">
            <a:extLst>
              <a:ext uri="{FF2B5EF4-FFF2-40B4-BE49-F238E27FC236}">
                <a16:creationId xmlns:a16="http://schemas.microsoft.com/office/drawing/2014/main" id="{A9627CB9-A3ED-0DC1-202C-13E0953647F2}"/>
              </a:ext>
            </a:extLst>
          </p:cNvPr>
          <p:cNvSpPr/>
          <p:nvPr/>
        </p:nvSpPr>
        <p:spPr>
          <a:xfrm>
            <a:off x="2088717" y="3278645"/>
            <a:ext cx="2204581" cy="9676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Z = 100 </a:t>
            </a:r>
          </a:p>
          <a:p>
            <a:pPr algn="ctr"/>
            <a:r>
              <a:rPr lang="en-US" dirty="0"/>
              <a:t>(fractional variable assignment)</a:t>
            </a:r>
          </a:p>
        </p:txBody>
      </p:sp>
      <p:sp>
        <p:nvSpPr>
          <p:cNvPr id="6" name="Rectangle 5">
            <a:extLst>
              <a:ext uri="{FF2B5EF4-FFF2-40B4-BE49-F238E27FC236}">
                <a16:creationId xmlns:a16="http://schemas.microsoft.com/office/drawing/2014/main" id="{CFE51134-F91B-86EB-A1DB-4DD1B4EF4C23}"/>
              </a:ext>
            </a:extLst>
          </p:cNvPr>
          <p:cNvSpPr/>
          <p:nvPr/>
        </p:nvSpPr>
        <p:spPr>
          <a:xfrm>
            <a:off x="838201" y="5372080"/>
            <a:ext cx="2204581" cy="9676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Z = 100 </a:t>
            </a:r>
          </a:p>
          <a:p>
            <a:pPr algn="ctr"/>
            <a:r>
              <a:rPr lang="en-US" dirty="0"/>
              <a:t>(integral variable assignment)</a:t>
            </a:r>
          </a:p>
        </p:txBody>
      </p:sp>
      <p:sp>
        <p:nvSpPr>
          <p:cNvPr id="7" name="Rectangle 6">
            <a:extLst>
              <a:ext uri="{FF2B5EF4-FFF2-40B4-BE49-F238E27FC236}">
                <a16:creationId xmlns:a16="http://schemas.microsoft.com/office/drawing/2014/main" id="{2D42085B-1682-BDED-E51B-ECED469B2954}"/>
              </a:ext>
            </a:extLst>
          </p:cNvPr>
          <p:cNvSpPr/>
          <p:nvPr/>
        </p:nvSpPr>
        <p:spPr>
          <a:xfrm>
            <a:off x="3389857" y="5372080"/>
            <a:ext cx="2204581" cy="9676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Do not need to explore</a:t>
            </a:r>
          </a:p>
        </p:txBody>
      </p:sp>
      <p:cxnSp>
        <p:nvCxnSpPr>
          <p:cNvPr id="9" name="Straight Connector 8">
            <a:extLst>
              <a:ext uri="{FF2B5EF4-FFF2-40B4-BE49-F238E27FC236}">
                <a16:creationId xmlns:a16="http://schemas.microsoft.com/office/drawing/2014/main" id="{053FA50E-4D5B-B495-6034-B969EC3DF1B8}"/>
              </a:ext>
            </a:extLst>
          </p:cNvPr>
          <p:cNvCxnSpPr>
            <a:stCxn id="5" idx="2"/>
            <a:endCxn id="7" idx="0"/>
          </p:cNvCxnSpPr>
          <p:nvPr/>
        </p:nvCxnSpPr>
        <p:spPr>
          <a:xfrm>
            <a:off x="3191008" y="4246324"/>
            <a:ext cx="1301140" cy="1125756"/>
          </a:xfrm>
          <a:prstGeom prst="line">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2093651-8C4F-CFE7-2711-D7AD347475DD}"/>
              </a:ext>
            </a:extLst>
          </p:cNvPr>
          <p:cNvCxnSpPr>
            <a:stCxn id="5" idx="2"/>
            <a:endCxn id="6" idx="0"/>
          </p:cNvCxnSpPr>
          <p:nvPr/>
        </p:nvCxnSpPr>
        <p:spPr>
          <a:xfrm flipH="1">
            <a:off x="1940492" y="4246324"/>
            <a:ext cx="1250516" cy="1125756"/>
          </a:xfrm>
          <a:prstGeom prst="line">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3398A8C-F4B9-1DC1-7F2F-9DAE02EA763B}"/>
              </a:ext>
            </a:extLst>
          </p:cNvPr>
          <p:cNvSpPr txBox="1"/>
          <p:nvPr/>
        </p:nvSpPr>
        <p:spPr>
          <a:xfrm>
            <a:off x="2022898" y="2611676"/>
            <a:ext cx="2336217" cy="523220"/>
          </a:xfrm>
          <a:prstGeom prst="rect">
            <a:avLst/>
          </a:prstGeom>
          <a:noFill/>
        </p:spPr>
        <p:txBody>
          <a:bodyPr wrap="none" rtlCol="0">
            <a:spAutoFit/>
          </a:bodyPr>
          <a:lstStyle/>
          <a:p>
            <a:pPr algn="ctr"/>
            <a:r>
              <a:rPr lang="en-US" sz="2800" dirty="0">
                <a:solidFill>
                  <a:srgbClr val="FF0000"/>
                </a:solidFill>
              </a:rPr>
              <a:t>Formulation 1</a:t>
            </a:r>
          </a:p>
        </p:txBody>
      </p:sp>
      <p:sp>
        <p:nvSpPr>
          <p:cNvPr id="17" name="Rectangle 16">
            <a:extLst>
              <a:ext uri="{FF2B5EF4-FFF2-40B4-BE49-F238E27FC236}">
                <a16:creationId xmlns:a16="http://schemas.microsoft.com/office/drawing/2014/main" id="{A5FC8B6E-5372-E3C1-1509-5A3B04CB7FCC}"/>
              </a:ext>
            </a:extLst>
          </p:cNvPr>
          <p:cNvSpPr/>
          <p:nvPr/>
        </p:nvSpPr>
        <p:spPr>
          <a:xfrm>
            <a:off x="7848079" y="3278645"/>
            <a:ext cx="2204581" cy="9676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Z = 200 </a:t>
            </a:r>
          </a:p>
          <a:p>
            <a:pPr algn="ctr"/>
            <a:r>
              <a:rPr lang="en-US" dirty="0"/>
              <a:t>(fractional variable assignment)</a:t>
            </a:r>
          </a:p>
        </p:txBody>
      </p:sp>
      <p:sp>
        <p:nvSpPr>
          <p:cNvPr id="18" name="Rectangle 17">
            <a:extLst>
              <a:ext uri="{FF2B5EF4-FFF2-40B4-BE49-F238E27FC236}">
                <a16:creationId xmlns:a16="http://schemas.microsoft.com/office/drawing/2014/main" id="{94D21669-DA1A-B2C8-57CB-C158D2BC0CE8}"/>
              </a:ext>
            </a:extLst>
          </p:cNvPr>
          <p:cNvSpPr/>
          <p:nvPr/>
        </p:nvSpPr>
        <p:spPr>
          <a:xfrm>
            <a:off x="6597563" y="5372080"/>
            <a:ext cx="2204581" cy="9676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Z = 100 </a:t>
            </a:r>
          </a:p>
          <a:p>
            <a:pPr algn="ctr"/>
            <a:r>
              <a:rPr lang="en-US" dirty="0"/>
              <a:t>(integral variable assignment)</a:t>
            </a:r>
          </a:p>
        </p:txBody>
      </p:sp>
      <p:sp>
        <p:nvSpPr>
          <p:cNvPr id="19" name="Rectangle 18">
            <a:extLst>
              <a:ext uri="{FF2B5EF4-FFF2-40B4-BE49-F238E27FC236}">
                <a16:creationId xmlns:a16="http://schemas.microsoft.com/office/drawing/2014/main" id="{1ECADDC8-193D-BB56-BD5E-D3D79EC3D469}"/>
              </a:ext>
            </a:extLst>
          </p:cNvPr>
          <p:cNvSpPr/>
          <p:nvPr/>
        </p:nvSpPr>
        <p:spPr>
          <a:xfrm>
            <a:off x="9149219" y="5372080"/>
            <a:ext cx="2204581" cy="9676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Must explore, maybe 101-200 are possible</a:t>
            </a:r>
          </a:p>
        </p:txBody>
      </p:sp>
      <p:cxnSp>
        <p:nvCxnSpPr>
          <p:cNvPr id="20" name="Straight Connector 19">
            <a:extLst>
              <a:ext uri="{FF2B5EF4-FFF2-40B4-BE49-F238E27FC236}">
                <a16:creationId xmlns:a16="http://schemas.microsoft.com/office/drawing/2014/main" id="{123BF08D-BCE9-057B-8801-912CD273E100}"/>
              </a:ext>
            </a:extLst>
          </p:cNvPr>
          <p:cNvCxnSpPr>
            <a:stCxn id="17" idx="2"/>
            <a:endCxn id="19" idx="0"/>
          </p:cNvCxnSpPr>
          <p:nvPr/>
        </p:nvCxnSpPr>
        <p:spPr>
          <a:xfrm>
            <a:off x="8950370" y="4246324"/>
            <a:ext cx="1301140" cy="1125756"/>
          </a:xfrm>
          <a:prstGeom prst="line">
            <a:avLst/>
          </a:prstGeom>
          <a:ln w="63500">
            <a:tailEnd type="triangle"/>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AF8ADA5-049E-713B-54FD-2773C6EA9A34}"/>
              </a:ext>
            </a:extLst>
          </p:cNvPr>
          <p:cNvCxnSpPr>
            <a:stCxn id="17" idx="2"/>
            <a:endCxn id="18" idx="0"/>
          </p:cNvCxnSpPr>
          <p:nvPr/>
        </p:nvCxnSpPr>
        <p:spPr>
          <a:xfrm flipH="1">
            <a:off x="7699854" y="4246324"/>
            <a:ext cx="1250516" cy="1125756"/>
          </a:xfrm>
          <a:prstGeom prst="line">
            <a:avLst/>
          </a:prstGeom>
          <a:ln w="63500">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761AF4DD-C0F9-3C7C-8929-8D5C14A7AAC5}"/>
              </a:ext>
            </a:extLst>
          </p:cNvPr>
          <p:cNvSpPr txBox="1"/>
          <p:nvPr/>
        </p:nvSpPr>
        <p:spPr>
          <a:xfrm>
            <a:off x="7832887" y="2611676"/>
            <a:ext cx="2336217" cy="523220"/>
          </a:xfrm>
          <a:prstGeom prst="rect">
            <a:avLst/>
          </a:prstGeom>
          <a:noFill/>
        </p:spPr>
        <p:txBody>
          <a:bodyPr wrap="none" rtlCol="0">
            <a:spAutoFit/>
          </a:bodyPr>
          <a:lstStyle/>
          <a:p>
            <a:pPr algn="ctr"/>
            <a:r>
              <a:rPr lang="en-US" sz="2800" dirty="0">
                <a:solidFill>
                  <a:srgbClr val="FF0000"/>
                </a:solidFill>
              </a:rPr>
              <a:t>Formulation 2</a:t>
            </a:r>
          </a:p>
        </p:txBody>
      </p:sp>
    </p:spTree>
    <p:extLst>
      <p:ext uri="{BB962C8B-B14F-4D97-AF65-F5344CB8AC3E}">
        <p14:creationId xmlns:p14="http://schemas.microsoft.com/office/powerpoint/2010/main" val="138352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 grpId="0" animBg="1"/>
      <p:bldP spid="6" grpId="0" animBg="1"/>
      <p:bldP spid="7" grpId="0" animBg="1"/>
      <p:bldP spid="17" grpId="0" animBg="1"/>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90C15-E9DF-7F8C-547F-B8B155163773}"/>
              </a:ext>
            </a:extLst>
          </p:cNvPr>
          <p:cNvSpPr>
            <a:spLocks noGrp="1"/>
          </p:cNvSpPr>
          <p:nvPr>
            <p:ph type="title"/>
          </p:nvPr>
        </p:nvSpPr>
        <p:spPr/>
        <p:txBody>
          <a:bodyPr/>
          <a:lstStyle/>
          <a:p>
            <a:r>
              <a:rPr lang="en-US" dirty="0"/>
              <a:t>Analysis: strength of linear relaxations</a:t>
            </a:r>
          </a:p>
        </p:txBody>
      </p:sp>
      <p:sp>
        <p:nvSpPr>
          <p:cNvPr id="3" name="Content Placeholder 2">
            <a:extLst>
              <a:ext uri="{FF2B5EF4-FFF2-40B4-BE49-F238E27FC236}">
                <a16:creationId xmlns:a16="http://schemas.microsoft.com/office/drawing/2014/main" id="{B800D6C8-F2AC-DD2A-4BA0-67F70AAA981F}"/>
              </a:ext>
            </a:extLst>
          </p:cNvPr>
          <p:cNvSpPr>
            <a:spLocks noGrp="1"/>
          </p:cNvSpPr>
          <p:nvPr>
            <p:ph idx="1"/>
          </p:nvPr>
        </p:nvSpPr>
        <p:spPr/>
        <p:txBody>
          <a:bodyPr>
            <a:normAutofit lnSpcReduction="10000"/>
          </a:bodyPr>
          <a:lstStyle/>
          <a:p>
            <a:r>
              <a:rPr lang="en-US" dirty="0"/>
              <a:t>LPR1 </a:t>
            </a:r>
            <a:r>
              <a:rPr lang="en-US" b="1" dirty="0"/>
              <a:t>dominates</a:t>
            </a:r>
            <a:r>
              <a:rPr lang="en-US" dirty="0"/>
              <a:t> LPR2 if</a:t>
            </a:r>
          </a:p>
          <a:p>
            <a:pPr marL="914400" lvl="1" indent="-457200">
              <a:buFont typeface="+mj-lt"/>
              <a:buAutoNum type="arabicPeriod"/>
            </a:pPr>
            <a:r>
              <a:rPr lang="en-US" dirty="0"/>
              <a:t>For every feasible solution s of LPR1 we can construct a feasible solution in LPR2 maintaining the objective value</a:t>
            </a:r>
          </a:p>
          <a:p>
            <a:pPr marL="914400" lvl="1" indent="-457200">
              <a:buFont typeface="+mj-lt"/>
              <a:buAutoNum type="arabicPeriod"/>
            </a:pPr>
            <a:r>
              <a:rPr lang="en-US" dirty="0"/>
              <a:t>There exists a solution p of LPR2 for which we cannot construct an equivalent feasible solution in LPR1.</a:t>
            </a:r>
          </a:p>
          <a:p>
            <a:r>
              <a:rPr lang="en-US" dirty="0"/>
              <a:t>It is known that LRP of CF dominates LPR of EF [5]. We will prove the first condition, and you will have to give an example showing the second condition in the tutorial</a:t>
            </a:r>
          </a:p>
          <a:p>
            <a:pPr lvl="1"/>
            <a:r>
              <a:rPr lang="en-US" dirty="0"/>
              <a:t>In fact, you will show that </a:t>
            </a:r>
            <a:r>
              <a:rPr lang="en-US" b="1" dirty="0"/>
              <a:t>LPR of EF is arbitrarily worse than LRP of CF</a:t>
            </a:r>
            <a:r>
              <a:rPr lang="en-US" dirty="0"/>
              <a:t>, i.e., for any natural number c it is possible to construct an instance such that when modelled using EF, its LPR is at least c away from the LPR of cycle formulation</a:t>
            </a:r>
          </a:p>
        </p:txBody>
      </p:sp>
    </p:spTree>
    <p:extLst>
      <p:ext uri="{BB962C8B-B14F-4D97-AF65-F5344CB8AC3E}">
        <p14:creationId xmlns:p14="http://schemas.microsoft.com/office/powerpoint/2010/main" val="3621564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0B09-4064-FDF2-49D7-7237969B7A12}"/>
              </a:ext>
            </a:extLst>
          </p:cNvPr>
          <p:cNvSpPr>
            <a:spLocks noGrp="1"/>
          </p:cNvSpPr>
          <p:nvPr>
            <p:ph type="title"/>
          </p:nvPr>
        </p:nvSpPr>
        <p:spPr/>
        <p:txBody>
          <a:bodyPr/>
          <a:lstStyle/>
          <a:p>
            <a:r>
              <a:rPr lang="en-US" dirty="0"/>
              <a:t>Analysis: strength of linear relaxations</a:t>
            </a:r>
          </a:p>
        </p:txBody>
      </p:sp>
      <p:grpSp>
        <p:nvGrpSpPr>
          <p:cNvPr id="28" name="Group 27">
            <a:extLst>
              <a:ext uri="{FF2B5EF4-FFF2-40B4-BE49-F238E27FC236}">
                <a16:creationId xmlns:a16="http://schemas.microsoft.com/office/drawing/2014/main" id="{D3720333-3338-C621-01D9-5A0AB0DDFF8A}"/>
              </a:ext>
            </a:extLst>
          </p:cNvPr>
          <p:cNvGrpSpPr/>
          <p:nvPr/>
        </p:nvGrpSpPr>
        <p:grpSpPr>
          <a:xfrm>
            <a:off x="3974455" y="1845208"/>
            <a:ext cx="4243090" cy="3379768"/>
            <a:chOff x="1176076" y="1415441"/>
            <a:chExt cx="3208034" cy="2555310"/>
          </a:xfrm>
        </p:grpSpPr>
        <p:cxnSp>
          <p:nvCxnSpPr>
            <p:cNvPr id="5" name="Straight Arrow Connector 4">
              <a:extLst>
                <a:ext uri="{FF2B5EF4-FFF2-40B4-BE49-F238E27FC236}">
                  <a16:creationId xmlns:a16="http://schemas.microsoft.com/office/drawing/2014/main" id="{6A5AF5ED-F8A8-6154-F2CC-5AE8B1195B88}"/>
                </a:ext>
              </a:extLst>
            </p:cNvPr>
            <p:cNvCxnSpPr/>
            <p:nvPr/>
          </p:nvCxnSpPr>
          <p:spPr>
            <a:xfrm>
              <a:off x="1202499" y="3970751"/>
              <a:ext cx="31816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462C1E6D-4187-515C-1B55-6C696C974132}"/>
                </a:ext>
              </a:extLst>
            </p:cNvPr>
            <p:cNvCxnSpPr>
              <a:cxnSpLocks/>
            </p:cNvCxnSpPr>
            <p:nvPr/>
          </p:nvCxnSpPr>
          <p:spPr>
            <a:xfrm flipV="1">
              <a:off x="1202499" y="1415441"/>
              <a:ext cx="0" cy="25553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722942FF-2286-F626-FB27-74ECB70F6E30}"/>
                </a:ext>
              </a:extLst>
            </p:cNvPr>
            <p:cNvSpPr/>
            <p:nvPr/>
          </p:nvSpPr>
          <p:spPr>
            <a:xfrm>
              <a:off x="1566799" y="3520867"/>
              <a:ext cx="187890" cy="187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FC17784-2D84-9D93-BA34-E4E0F0A8C4B3}"/>
                </a:ext>
              </a:extLst>
            </p:cNvPr>
            <p:cNvSpPr/>
            <p:nvPr/>
          </p:nvSpPr>
          <p:spPr>
            <a:xfrm>
              <a:off x="2118988" y="3520867"/>
              <a:ext cx="187890" cy="187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2214435-66AA-32C8-E52B-95D73F262D48}"/>
                </a:ext>
              </a:extLst>
            </p:cNvPr>
            <p:cNvSpPr/>
            <p:nvPr/>
          </p:nvSpPr>
          <p:spPr>
            <a:xfrm>
              <a:off x="2671177" y="3520867"/>
              <a:ext cx="187890" cy="187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E379678-CE2D-9BA5-8515-AC37782A18E6}"/>
                </a:ext>
              </a:extLst>
            </p:cNvPr>
            <p:cNvSpPr/>
            <p:nvPr/>
          </p:nvSpPr>
          <p:spPr>
            <a:xfrm>
              <a:off x="1566799" y="2979116"/>
              <a:ext cx="187890" cy="187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59B4A-5F4F-ED2E-C78F-FAB7D7088FEE}"/>
                </a:ext>
              </a:extLst>
            </p:cNvPr>
            <p:cNvSpPr/>
            <p:nvPr/>
          </p:nvSpPr>
          <p:spPr>
            <a:xfrm>
              <a:off x="2118988" y="2979116"/>
              <a:ext cx="187890" cy="187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7B68127-CA15-341D-355B-7C0FCA5C2105}"/>
                </a:ext>
              </a:extLst>
            </p:cNvPr>
            <p:cNvSpPr/>
            <p:nvPr/>
          </p:nvSpPr>
          <p:spPr>
            <a:xfrm>
              <a:off x="2671177" y="2979116"/>
              <a:ext cx="187890" cy="187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5DC0166D-1353-0EE0-B97D-DD2336C50ACF}"/>
                </a:ext>
              </a:extLst>
            </p:cNvPr>
            <p:cNvCxnSpPr>
              <a:cxnSpLocks/>
            </p:cNvCxnSpPr>
            <p:nvPr/>
          </p:nvCxnSpPr>
          <p:spPr>
            <a:xfrm>
              <a:off x="1202499" y="2586300"/>
              <a:ext cx="1815021" cy="300949"/>
            </a:xfrm>
            <a:prstGeom prst="line">
              <a:avLst/>
            </a:prstGeom>
            <a:ln w="38100"/>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ABDD39C7-A219-60A1-BB8B-FADBFA6063B3}"/>
                </a:ext>
              </a:extLst>
            </p:cNvPr>
            <p:cNvCxnSpPr>
              <a:cxnSpLocks/>
            </p:cNvCxnSpPr>
            <p:nvPr/>
          </p:nvCxnSpPr>
          <p:spPr>
            <a:xfrm flipH="1" flipV="1">
              <a:off x="3017520" y="2887249"/>
              <a:ext cx="246888" cy="1083502"/>
            </a:xfrm>
            <a:prstGeom prst="line">
              <a:avLst/>
            </a:prstGeom>
            <a:ln w="38100"/>
          </p:spPr>
          <p:style>
            <a:lnRef idx="2">
              <a:schemeClr val="accent2"/>
            </a:lnRef>
            <a:fillRef idx="0">
              <a:schemeClr val="accent2"/>
            </a:fillRef>
            <a:effectRef idx="1">
              <a:schemeClr val="accent2"/>
            </a:effectRef>
            <a:fontRef idx="minor">
              <a:schemeClr val="tx1"/>
            </a:fontRef>
          </p:style>
        </p:cxnSp>
        <p:cxnSp>
          <p:nvCxnSpPr>
            <p:cNvPr id="22" name="Straight Connector 21">
              <a:extLst>
                <a:ext uri="{FF2B5EF4-FFF2-40B4-BE49-F238E27FC236}">
                  <a16:creationId xmlns:a16="http://schemas.microsoft.com/office/drawing/2014/main" id="{1CCF8B96-4572-0A3B-38B9-3FB898AD0976}"/>
                </a:ext>
              </a:extLst>
            </p:cNvPr>
            <p:cNvCxnSpPr>
              <a:cxnSpLocks/>
            </p:cNvCxnSpPr>
            <p:nvPr/>
          </p:nvCxnSpPr>
          <p:spPr>
            <a:xfrm>
              <a:off x="1202499" y="2248913"/>
              <a:ext cx="1938465" cy="546469"/>
            </a:xfrm>
            <a:prstGeom prst="line">
              <a:avLst/>
            </a:prstGeom>
            <a:ln w="38100"/>
          </p:spPr>
          <p:style>
            <a:lnRef idx="2">
              <a:schemeClr val="accent3"/>
            </a:lnRef>
            <a:fillRef idx="0">
              <a:schemeClr val="accent3"/>
            </a:fillRef>
            <a:effectRef idx="1">
              <a:schemeClr val="accent3"/>
            </a:effectRef>
            <a:fontRef idx="minor">
              <a:schemeClr val="tx1"/>
            </a:fontRef>
          </p:style>
        </p:cxnSp>
        <p:cxnSp>
          <p:nvCxnSpPr>
            <p:cNvPr id="24" name="Straight Connector 23">
              <a:extLst>
                <a:ext uri="{FF2B5EF4-FFF2-40B4-BE49-F238E27FC236}">
                  <a16:creationId xmlns:a16="http://schemas.microsoft.com/office/drawing/2014/main" id="{A367594F-63B6-738C-1FDC-FE3E04F5D5D1}"/>
                </a:ext>
              </a:extLst>
            </p:cNvPr>
            <p:cNvCxnSpPr>
              <a:cxnSpLocks/>
            </p:cNvCxnSpPr>
            <p:nvPr/>
          </p:nvCxnSpPr>
          <p:spPr>
            <a:xfrm>
              <a:off x="3140964" y="2785719"/>
              <a:ext cx="281148" cy="1185032"/>
            </a:xfrm>
            <a:prstGeom prst="line">
              <a:avLst/>
            </a:prstGeom>
            <a:ln w="38100"/>
          </p:spPr>
          <p:style>
            <a:lnRef idx="2">
              <a:schemeClr val="accent3"/>
            </a:lnRef>
            <a:fillRef idx="0">
              <a:schemeClr val="accent3"/>
            </a:fillRef>
            <a:effectRef idx="1">
              <a:schemeClr val="accent3"/>
            </a:effectRef>
            <a:fontRef idx="minor">
              <a:schemeClr val="tx1"/>
            </a:fontRef>
          </p:style>
        </p:cxnSp>
        <p:sp>
          <p:nvSpPr>
            <p:cNvPr id="26" name="TextBox 25">
              <a:extLst>
                <a:ext uri="{FF2B5EF4-FFF2-40B4-BE49-F238E27FC236}">
                  <a16:creationId xmlns:a16="http://schemas.microsoft.com/office/drawing/2014/main" id="{7EF8099E-7506-3813-9C5D-5F00FA96730F}"/>
                </a:ext>
              </a:extLst>
            </p:cNvPr>
            <p:cNvSpPr txBox="1"/>
            <p:nvPr/>
          </p:nvSpPr>
          <p:spPr>
            <a:xfrm>
              <a:off x="1176076" y="2648303"/>
              <a:ext cx="726211" cy="395586"/>
            </a:xfrm>
            <a:prstGeom prst="rect">
              <a:avLst/>
            </a:prstGeom>
            <a:noFill/>
          </p:spPr>
          <p:txBody>
            <a:bodyPr wrap="none" rtlCol="0">
              <a:spAutoFit/>
            </a:bodyPr>
            <a:lstStyle/>
            <a:p>
              <a:r>
                <a:rPr lang="en-US" sz="2800" dirty="0">
                  <a:solidFill>
                    <a:schemeClr val="accent2">
                      <a:lumMod val="75000"/>
                    </a:schemeClr>
                  </a:solidFill>
                </a:rPr>
                <a:t>CF-R</a:t>
              </a:r>
            </a:p>
          </p:txBody>
        </p:sp>
        <p:sp>
          <p:nvSpPr>
            <p:cNvPr id="27" name="TextBox 26">
              <a:extLst>
                <a:ext uri="{FF2B5EF4-FFF2-40B4-BE49-F238E27FC236}">
                  <a16:creationId xmlns:a16="http://schemas.microsoft.com/office/drawing/2014/main" id="{F878D59F-FF68-6D8F-8B10-9D7DF103C03F}"/>
                </a:ext>
              </a:extLst>
            </p:cNvPr>
            <p:cNvSpPr txBox="1"/>
            <p:nvPr/>
          </p:nvSpPr>
          <p:spPr>
            <a:xfrm>
              <a:off x="1221873" y="1960179"/>
              <a:ext cx="689852" cy="395586"/>
            </a:xfrm>
            <a:prstGeom prst="rect">
              <a:avLst/>
            </a:prstGeom>
            <a:noFill/>
          </p:spPr>
          <p:txBody>
            <a:bodyPr wrap="none" rtlCol="0">
              <a:spAutoFit/>
            </a:bodyPr>
            <a:lstStyle/>
            <a:p>
              <a:r>
                <a:rPr lang="en-US" sz="2800" dirty="0">
                  <a:solidFill>
                    <a:schemeClr val="accent6">
                      <a:lumMod val="50000"/>
                    </a:schemeClr>
                  </a:solidFill>
                </a:rPr>
                <a:t>EF-R</a:t>
              </a:r>
            </a:p>
          </p:txBody>
        </p:sp>
      </p:grpSp>
      <p:sp>
        <p:nvSpPr>
          <p:cNvPr id="4" name="Oval 3">
            <a:extLst>
              <a:ext uri="{FF2B5EF4-FFF2-40B4-BE49-F238E27FC236}">
                <a16:creationId xmlns:a16="http://schemas.microsoft.com/office/drawing/2014/main" id="{B82DC532-8A6F-FDB8-0C0F-0C41E0F3C373}"/>
              </a:ext>
            </a:extLst>
          </p:cNvPr>
          <p:cNvSpPr/>
          <p:nvPr/>
        </p:nvSpPr>
        <p:spPr>
          <a:xfrm>
            <a:off x="4491243" y="3182569"/>
            <a:ext cx="248512" cy="248512"/>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EF14F75-C6B8-8225-9C8D-C366C30DA955}"/>
              </a:ext>
            </a:extLst>
          </p:cNvPr>
          <p:cNvCxnSpPr>
            <a:endCxn id="4" idx="7"/>
          </p:cNvCxnSpPr>
          <p:nvPr/>
        </p:nvCxnSpPr>
        <p:spPr>
          <a:xfrm flipH="1">
            <a:off x="4703361" y="2587627"/>
            <a:ext cx="1497094" cy="631336"/>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21DBFAC-0BB3-CD1F-E898-CA2B918599DC}"/>
              </a:ext>
            </a:extLst>
          </p:cNvPr>
          <p:cNvSpPr txBox="1"/>
          <p:nvPr/>
        </p:nvSpPr>
        <p:spPr>
          <a:xfrm>
            <a:off x="4973081" y="1751049"/>
            <a:ext cx="5549468" cy="830997"/>
          </a:xfrm>
          <a:prstGeom prst="rect">
            <a:avLst/>
          </a:prstGeom>
          <a:noFill/>
        </p:spPr>
        <p:txBody>
          <a:bodyPr wrap="none" rtlCol="0">
            <a:spAutoFit/>
          </a:bodyPr>
          <a:lstStyle/>
          <a:p>
            <a:r>
              <a:rPr lang="en-US" sz="2400" dirty="0">
                <a:solidFill>
                  <a:srgbClr val="C00000"/>
                </a:solidFill>
              </a:rPr>
              <a:t>Can there be another integral solution in </a:t>
            </a:r>
          </a:p>
          <a:p>
            <a:r>
              <a:rPr lang="en-US" sz="2400" dirty="0">
                <a:solidFill>
                  <a:srgbClr val="C00000"/>
                </a:solidFill>
              </a:rPr>
              <a:t>EF that is not present in CF?</a:t>
            </a:r>
          </a:p>
        </p:txBody>
      </p:sp>
    </p:spTree>
    <p:extLst>
      <p:ext uri="{BB962C8B-B14F-4D97-AF65-F5344CB8AC3E}">
        <p14:creationId xmlns:p14="http://schemas.microsoft.com/office/powerpoint/2010/main" val="187692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ACCB-66A1-6F80-8DF2-22AB3696C50B}"/>
              </a:ext>
            </a:extLst>
          </p:cNvPr>
          <p:cNvSpPr>
            <a:spLocks noGrp="1"/>
          </p:cNvSpPr>
          <p:nvPr>
            <p:ph type="title"/>
          </p:nvPr>
        </p:nvSpPr>
        <p:spPr/>
        <p:txBody>
          <a:bodyPr/>
          <a:lstStyle/>
          <a:p>
            <a:r>
              <a:rPr lang="en-US" dirty="0"/>
              <a:t>Analysis: strength of linear relaxations</a:t>
            </a:r>
          </a:p>
        </p:txBody>
      </p:sp>
      <p:sp>
        <p:nvSpPr>
          <p:cNvPr id="3" name="Content Placeholder 2">
            <a:extLst>
              <a:ext uri="{FF2B5EF4-FFF2-40B4-BE49-F238E27FC236}">
                <a16:creationId xmlns:a16="http://schemas.microsoft.com/office/drawing/2014/main" id="{5B2836E8-74BA-0927-0953-A6073E86ADA7}"/>
              </a:ext>
            </a:extLst>
          </p:cNvPr>
          <p:cNvSpPr>
            <a:spLocks noGrp="1"/>
          </p:cNvSpPr>
          <p:nvPr>
            <p:ph idx="1"/>
          </p:nvPr>
        </p:nvSpPr>
        <p:spPr/>
        <p:txBody>
          <a:bodyPr/>
          <a:lstStyle/>
          <a:p>
            <a:r>
              <a:rPr lang="en-US" dirty="0"/>
              <a:t>Suppose X is an assignment of variables that satisfies constraints in CF and every </a:t>
            </a:r>
            <a:r>
              <a:rPr lang="en-US" dirty="0" err="1"/>
              <a:t>x</a:t>
            </a:r>
            <a:r>
              <a:rPr lang="en-US" baseline="-25000" dirty="0" err="1"/>
              <a:t>c</a:t>
            </a:r>
            <a:r>
              <a:rPr lang="en-US" dirty="0" err="1"/>
              <a:t>∊X</a:t>
            </a:r>
            <a:r>
              <a:rPr lang="en-US" dirty="0"/>
              <a:t> is assigned a value </a:t>
            </a:r>
            <a:r>
              <a:rPr lang="en-US" dirty="0" err="1"/>
              <a:t>w</a:t>
            </a:r>
            <a:r>
              <a:rPr lang="en-US" baseline="-25000" dirty="0" err="1"/>
              <a:t>c</a:t>
            </a:r>
            <a:r>
              <a:rPr lang="en-US" dirty="0"/>
              <a:t>.</a:t>
            </a:r>
          </a:p>
          <a:p>
            <a:r>
              <a:rPr lang="en-US" dirty="0"/>
              <a:t>To form the assignment of variables in EF, simply set each variable Y</a:t>
            </a:r>
            <a:r>
              <a:rPr lang="en-US" baseline="-25000" dirty="0"/>
              <a:t>uv </a:t>
            </a:r>
            <a:r>
              <a:rPr lang="en-US" dirty="0"/>
              <a:t>to be the sum of all </a:t>
            </a:r>
            <a:r>
              <a:rPr lang="en-US" dirty="0" err="1"/>
              <a:t>w</a:t>
            </a:r>
            <a:r>
              <a:rPr lang="en-US" baseline="-25000" dirty="0" err="1"/>
              <a:t>c</a:t>
            </a:r>
            <a:r>
              <a:rPr lang="en-US" dirty="0"/>
              <a:t> such that (</a:t>
            </a:r>
            <a:r>
              <a:rPr lang="en-US" dirty="0" err="1"/>
              <a:t>u,v</a:t>
            </a:r>
            <a:r>
              <a:rPr lang="en-US" dirty="0"/>
              <a:t>)∊c</a:t>
            </a:r>
            <a:endParaRPr lang="en-US" baseline="-25000" dirty="0"/>
          </a:p>
        </p:txBody>
      </p:sp>
    </p:spTree>
    <p:extLst>
      <p:ext uri="{BB962C8B-B14F-4D97-AF65-F5344CB8AC3E}">
        <p14:creationId xmlns:p14="http://schemas.microsoft.com/office/powerpoint/2010/main" val="37319317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584DA-7412-CD2E-F0AA-44F6462C5BB6}"/>
              </a:ext>
            </a:extLst>
          </p:cNvPr>
          <p:cNvSpPr>
            <a:spLocks noGrp="1"/>
          </p:cNvSpPr>
          <p:nvPr>
            <p:ph type="title"/>
          </p:nvPr>
        </p:nvSpPr>
        <p:spPr/>
        <p:txBody>
          <a:bodyPr/>
          <a:lstStyle/>
          <a:p>
            <a:r>
              <a:rPr lang="en-US" dirty="0"/>
              <a:t>Analysis: strength of linear relaxations</a:t>
            </a:r>
          </a:p>
        </p:txBody>
      </p:sp>
      <p:sp>
        <p:nvSpPr>
          <p:cNvPr id="3" name="Content Placeholder 2">
            <a:extLst>
              <a:ext uri="{FF2B5EF4-FFF2-40B4-BE49-F238E27FC236}">
                <a16:creationId xmlns:a16="http://schemas.microsoft.com/office/drawing/2014/main" id="{43B08DBB-DF97-6B1D-ECC1-14B3E7731BE8}"/>
              </a:ext>
            </a:extLst>
          </p:cNvPr>
          <p:cNvSpPr>
            <a:spLocks noGrp="1"/>
          </p:cNvSpPr>
          <p:nvPr>
            <p:ph idx="1"/>
          </p:nvPr>
        </p:nvSpPr>
        <p:spPr/>
        <p:txBody>
          <a:bodyPr>
            <a:normAutofit/>
          </a:bodyPr>
          <a:lstStyle/>
          <a:p>
            <a:r>
              <a:rPr lang="en-US" dirty="0"/>
              <a:t>Objective value:</a:t>
            </a:r>
          </a:p>
          <a:p>
            <a:pPr lvl="1"/>
            <a:r>
              <a:rPr lang="en-US" dirty="0"/>
              <a:t>For every cycle variable x</a:t>
            </a:r>
            <a:r>
              <a:rPr lang="en-US" baseline="-25000" dirty="0"/>
              <a:t>c</a:t>
            </a:r>
            <a:r>
              <a:rPr lang="en-US" dirty="0"/>
              <a:t> of size k, we will add its value exactly once per edge so will add it k times so clearly satisfied</a:t>
            </a:r>
          </a:p>
          <a:p>
            <a:r>
              <a:rPr lang="en-US" dirty="0"/>
              <a:t>Correctness:</a:t>
            </a:r>
          </a:p>
          <a:p>
            <a:pPr lvl="1"/>
            <a:r>
              <a:rPr lang="en-US" dirty="0"/>
              <a:t>Clearly flow and capacity constraints are satisfied; otherwise, the set of cycles would violate CF constraints</a:t>
            </a:r>
          </a:p>
          <a:p>
            <a:pPr lvl="1"/>
            <a:r>
              <a:rPr lang="en-US" dirty="0"/>
              <a:t>Need to prove that no path constraints are violated</a:t>
            </a:r>
          </a:p>
        </p:txBody>
      </p:sp>
      <p:pic>
        <p:nvPicPr>
          <p:cNvPr id="4" name="Picture 3">
            <a:extLst>
              <a:ext uri="{FF2B5EF4-FFF2-40B4-BE49-F238E27FC236}">
                <a16:creationId xmlns:a16="http://schemas.microsoft.com/office/drawing/2014/main" id="{0E9B4682-CA19-E828-1FC9-99888D5B6F07}"/>
              </a:ext>
            </a:extLst>
          </p:cNvPr>
          <p:cNvPicPr>
            <a:picLocks noChangeAspect="1"/>
          </p:cNvPicPr>
          <p:nvPr/>
        </p:nvPicPr>
        <p:blipFill>
          <a:blip r:embed="rId3"/>
          <a:stretch>
            <a:fillRect/>
          </a:stretch>
        </p:blipFill>
        <p:spPr>
          <a:xfrm>
            <a:off x="1499795" y="5205890"/>
            <a:ext cx="7772400" cy="362002"/>
          </a:xfrm>
          <a:prstGeom prst="rect">
            <a:avLst/>
          </a:prstGeom>
        </p:spPr>
      </p:pic>
    </p:spTree>
    <p:extLst>
      <p:ext uri="{BB962C8B-B14F-4D97-AF65-F5344CB8AC3E}">
        <p14:creationId xmlns:p14="http://schemas.microsoft.com/office/powerpoint/2010/main" val="2408224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DA9D8A59-5C05-65B2-CFEA-E9472843B43D}"/>
              </a:ext>
            </a:extLst>
          </p:cNvPr>
          <p:cNvSpPr/>
          <p:nvPr/>
        </p:nvSpPr>
        <p:spPr>
          <a:xfrm>
            <a:off x="141732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1</a:t>
            </a:r>
          </a:p>
        </p:txBody>
      </p:sp>
      <p:sp>
        <p:nvSpPr>
          <p:cNvPr id="7" name="Oval 6">
            <a:extLst>
              <a:ext uri="{FF2B5EF4-FFF2-40B4-BE49-F238E27FC236}">
                <a16:creationId xmlns:a16="http://schemas.microsoft.com/office/drawing/2014/main" id="{986F5BD7-90F8-7995-8F6D-AC1C595C69C5}"/>
              </a:ext>
            </a:extLst>
          </p:cNvPr>
          <p:cNvSpPr/>
          <p:nvPr/>
        </p:nvSpPr>
        <p:spPr>
          <a:xfrm>
            <a:off x="3163824"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2</a:t>
            </a:r>
          </a:p>
        </p:txBody>
      </p:sp>
      <p:sp>
        <p:nvSpPr>
          <p:cNvPr id="8" name="Oval 7">
            <a:extLst>
              <a:ext uri="{FF2B5EF4-FFF2-40B4-BE49-F238E27FC236}">
                <a16:creationId xmlns:a16="http://schemas.microsoft.com/office/drawing/2014/main" id="{CF763E23-ED7F-87C8-04B0-1A678D76032C}"/>
              </a:ext>
            </a:extLst>
          </p:cNvPr>
          <p:cNvSpPr/>
          <p:nvPr/>
        </p:nvSpPr>
        <p:spPr>
          <a:xfrm>
            <a:off x="4910328"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3</a:t>
            </a:r>
          </a:p>
        </p:txBody>
      </p:sp>
      <p:sp>
        <p:nvSpPr>
          <p:cNvPr id="9" name="Oval 8">
            <a:extLst>
              <a:ext uri="{FF2B5EF4-FFF2-40B4-BE49-F238E27FC236}">
                <a16:creationId xmlns:a16="http://schemas.microsoft.com/office/drawing/2014/main" id="{520062A1-62E9-D17F-B1F1-311780AA82B5}"/>
              </a:ext>
            </a:extLst>
          </p:cNvPr>
          <p:cNvSpPr/>
          <p:nvPr/>
        </p:nvSpPr>
        <p:spPr>
          <a:xfrm>
            <a:off x="6656832"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Oval 9">
            <a:extLst>
              <a:ext uri="{FF2B5EF4-FFF2-40B4-BE49-F238E27FC236}">
                <a16:creationId xmlns:a16="http://schemas.microsoft.com/office/drawing/2014/main" id="{91032924-928C-C1DF-7365-3F233063C2C5}"/>
              </a:ext>
            </a:extLst>
          </p:cNvPr>
          <p:cNvSpPr/>
          <p:nvPr/>
        </p:nvSpPr>
        <p:spPr>
          <a:xfrm>
            <a:off x="8403336"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t>
            </a:r>
            <a:r>
              <a:rPr lang="en-US" baseline="-25000" dirty="0" err="1"/>
              <a:t>K</a:t>
            </a:r>
            <a:endParaRPr lang="en-US" baseline="-25000" dirty="0"/>
          </a:p>
        </p:txBody>
      </p:sp>
      <p:sp>
        <p:nvSpPr>
          <p:cNvPr id="11" name="Oval 10">
            <a:extLst>
              <a:ext uri="{FF2B5EF4-FFF2-40B4-BE49-F238E27FC236}">
                <a16:creationId xmlns:a16="http://schemas.microsoft.com/office/drawing/2014/main" id="{1D85567A-269C-9A6D-B7B1-86B5C65DBA91}"/>
              </a:ext>
            </a:extLst>
          </p:cNvPr>
          <p:cNvSpPr/>
          <p:nvPr/>
        </p:nvSpPr>
        <p:spPr>
          <a:xfrm>
            <a:off x="1014984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p</a:t>
            </a:r>
            <a:r>
              <a:rPr lang="en-US" sz="1500" baseline="-25000" dirty="0"/>
              <a:t>K+1</a:t>
            </a:r>
          </a:p>
        </p:txBody>
      </p:sp>
      <p:cxnSp>
        <p:nvCxnSpPr>
          <p:cNvPr id="13" name="Straight Arrow Connector 12">
            <a:extLst>
              <a:ext uri="{FF2B5EF4-FFF2-40B4-BE49-F238E27FC236}">
                <a16:creationId xmlns:a16="http://schemas.microsoft.com/office/drawing/2014/main" id="{704862EE-9D91-BF30-0CD7-94FD1A964796}"/>
              </a:ext>
            </a:extLst>
          </p:cNvPr>
          <p:cNvCxnSpPr>
            <a:stCxn id="6" idx="6"/>
            <a:endCxn id="7" idx="2"/>
          </p:cNvCxnSpPr>
          <p:nvPr/>
        </p:nvCxnSpPr>
        <p:spPr>
          <a:xfrm>
            <a:off x="2148840"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6A7904E-3DFD-306C-2FCF-DE93CC184800}"/>
              </a:ext>
            </a:extLst>
          </p:cNvPr>
          <p:cNvCxnSpPr>
            <a:cxnSpLocks/>
            <a:stCxn id="7" idx="6"/>
            <a:endCxn id="8" idx="2"/>
          </p:cNvCxnSpPr>
          <p:nvPr/>
        </p:nvCxnSpPr>
        <p:spPr>
          <a:xfrm>
            <a:off x="3895344"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5EC58B8-FCC5-4AF7-CCF2-45A9507C9FA3}"/>
              </a:ext>
            </a:extLst>
          </p:cNvPr>
          <p:cNvCxnSpPr>
            <a:cxnSpLocks/>
            <a:stCxn id="8" idx="6"/>
            <a:endCxn id="9" idx="2"/>
          </p:cNvCxnSpPr>
          <p:nvPr/>
        </p:nvCxnSpPr>
        <p:spPr>
          <a:xfrm>
            <a:off x="5641848"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0342CEF-0A94-424A-D9CC-09D942EE857A}"/>
              </a:ext>
            </a:extLst>
          </p:cNvPr>
          <p:cNvCxnSpPr>
            <a:cxnSpLocks/>
            <a:stCxn id="9" idx="6"/>
            <a:endCxn id="10" idx="2"/>
          </p:cNvCxnSpPr>
          <p:nvPr/>
        </p:nvCxnSpPr>
        <p:spPr>
          <a:xfrm>
            <a:off x="7388352"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0AE61A3-D890-A931-E0AF-A0056BC214D3}"/>
              </a:ext>
            </a:extLst>
          </p:cNvPr>
          <p:cNvCxnSpPr>
            <a:cxnSpLocks/>
            <a:stCxn id="10" idx="6"/>
            <a:endCxn id="11" idx="2"/>
          </p:cNvCxnSpPr>
          <p:nvPr/>
        </p:nvCxnSpPr>
        <p:spPr>
          <a:xfrm>
            <a:off x="9134856"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7790A299-BEB5-82E7-FADA-5478F91C67CA}"/>
              </a:ext>
            </a:extLst>
          </p:cNvPr>
          <p:cNvSpPr txBox="1"/>
          <p:nvPr/>
        </p:nvSpPr>
        <p:spPr>
          <a:xfrm>
            <a:off x="402336" y="2801630"/>
            <a:ext cx="489236" cy="523220"/>
          </a:xfrm>
          <a:prstGeom prst="rect">
            <a:avLst/>
          </a:prstGeom>
          <a:noFill/>
        </p:spPr>
        <p:txBody>
          <a:bodyPr wrap="none" rtlCol="0">
            <a:spAutoFit/>
          </a:bodyPr>
          <a:lstStyle/>
          <a:p>
            <a:r>
              <a:rPr lang="en-US" sz="2800" dirty="0">
                <a:solidFill>
                  <a:schemeClr val="accent2">
                    <a:lumMod val="75000"/>
                  </a:schemeClr>
                </a:solidFill>
              </a:rPr>
              <a:t>p:</a:t>
            </a:r>
          </a:p>
        </p:txBody>
      </p:sp>
      <p:sp>
        <p:nvSpPr>
          <p:cNvPr id="49" name="TextBox 48">
            <a:extLst>
              <a:ext uri="{FF2B5EF4-FFF2-40B4-BE49-F238E27FC236}">
                <a16:creationId xmlns:a16="http://schemas.microsoft.com/office/drawing/2014/main" id="{EFC41F54-2D15-1C96-1C7E-9AF807F58D37}"/>
              </a:ext>
            </a:extLst>
          </p:cNvPr>
          <p:cNvSpPr txBox="1"/>
          <p:nvPr/>
        </p:nvSpPr>
        <p:spPr>
          <a:xfrm>
            <a:off x="2336308" y="2616964"/>
            <a:ext cx="640047" cy="369332"/>
          </a:xfrm>
          <a:prstGeom prst="rect">
            <a:avLst/>
          </a:prstGeom>
          <a:noFill/>
        </p:spPr>
        <p:txBody>
          <a:bodyPr wrap="none" rtlCol="0">
            <a:spAutoFit/>
          </a:bodyPr>
          <a:lstStyle/>
          <a:p>
            <a:r>
              <a:rPr lang="en-US" dirty="0"/>
              <a:t>Y</a:t>
            </a:r>
            <a:r>
              <a:rPr lang="en-US" baseline="-25000" dirty="0"/>
              <a:t>p1p2</a:t>
            </a:r>
          </a:p>
        </p:txBody>
      </p:sp>
      <p:sp>
        <p:nvSpPr>
          <p:cNvPr id="50" name="TextBox 49">
            <a:extLst>
              <a:ext uri="{FF2B5EF4-FFF2-40B4-BE49-F238E27FC236}">
                <a16:creationId xmlns:a16="http://schemas.microsoft.com/office/drawing/2014/main" id="{69A97C4F-CFC0-4447-43A2-0792664FB2EB}"/>
              </a:ext>
            </a:extLst>
          </p:cNvPr>
          <p:cNvSpPr txBox="1"/>
          <p:nvPr/>
        </p:nvSpPr>
        <p:spPr>
          <a:xfrm>
            <a:off x="9215645" y="2616964"/>
            <a:ext cx="816377" cy="369332"/>
          </a:xfrm>
          <a:prstGeom prst="rect">
            <a:avLst/>
          </a:prstGeom>
          <a:noFill/>
        </p:spPr>
        <p:txBody>
          <a:bodyPr wrap="none" rtlCol="0">
            <a:spAutoFit/>
          </a:bodyPr>
          <a:lstStyle/>
          <a:p>
            <a:r>
              <a:rPr lang="en-US" dirty="0"/>
              <a:t>Y</a:t>
            </a:r>
            <a:r>
              <a:rPr lang="en-US" baseline="-25000" dirty="0"/>
              <a:t>pKpK+1</a:t>
            </a:r>
          </a:p>
        </p:txBody>
      </p:sp>
      <p:sp>
        <p:nvSpPr>
          <p:cNvPr id="51" name="TextBox 50">
            <a:extLst>
              <a:ext uri="{FF2B5EF4-FFF2-40B4-BE49-F238E27FC236}">
                <a16:creationId xmlns:a16="http://schemas.microsoft.com/office/drawing/2014/main" id="{FB1E1528-642F-BF84-EBA4-76C7A00C43FD}"/>
              </a:ext>
            </a:extLst>
          </p:cNvPr>
          <p:cNvSpPr txBox="1"/>
          <p:nvPr/>
        </p:nvSpPr>
        <p:spPr>
          <a:xfrm>
            <a:off x="4082812" y="2616964"/>
            <a:ext cx="640047" cy="369332"/>
          </a:xfrm>
          <a:prstGeom prst="rect">
            <a:avLst/>
          </a:prstGeom>
          <a:noFill/>
        </p:spPr>
        <p:txBody>
          <a:bodyPr wrap="none" rtlCol="0">
            <a:spAutoFit/>
          </a:bodyPr>
          <a:lstStyle/>
          <a:p>
            <a:r>
              <a:rPr lang="en-US" dirty="0"/>
              <a:t>Y</a:t>
            </a:r>
            <a:r>
              <a:rPr lang="en-US" baseline="-25000" dirty="0"/>
              <a:t>p2p3</a:t>
            </a:r>
          </a:p>
        </p:txBody>
      </p:sp>
      <p:pic>
        <p:nvPicPr>
          <p:cNvPr id="54" name="Picture 53">
            <a:extLst>
              <a:ext uri="{FF2B5EF4-FFF2-40B4-BE49-F238E27FC236}">
                <a16:creationId xmlns:a16="http://schemas.microsoft.com/office/drawing/2014/main" id="{0867C3AB-1AD0-385D-7B8E-82DAAE4BA4FA}"/>
              </a:ext>
            </a:extLst>
          </p:cNvPr>
          <p:cNvPicPr>
            <a:picLocks noChangeAspect="1"/>
          </p:cNvPicPr>
          <p:nvPr/>
        </p:nvPicPr>
        <p:blipFill>
          <a:blip r:embed="rId2"/>
          <a:stretch>
            <a:fillRect/>
          </a:stretch>
        </p:blipFill>
        <p:spPr>
          <a:xfrm>
            <a:off x="4160393" y="4105656"/>
            <a:ext cx="3871214" cy="1260070"/>
          </a:xfrm>
          <a:prstGeom prst="rect">
            <a:avLst/>
          </a:prstGeom>
        </p:spPr>
      </p:pic>
    </p:spTree>
    <p:extLst>
      <p:ext uri="{BB962C8B-B14F-4D97-AF65-F5344CB8AC3E}">
        <p14:creationId xmlns:p14="http://schemas.microsoft.com/office/powerpoint/2010/main" val="1283285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ABB0E-906D-D434-B526-AF0025EF3027}"/>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4004B9F9-B13C-885C-6E75-9192F8EC2060}"/>
              </a:ext>
            </a:extLst>
          </p:cNvPr>
          <p:cNvSpPr/>
          <p:nvPr/>
        </p:nvSpPr>
        <p:spPr>
          <a:xfrm>
            <a:off x="141732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1</a:t>
            </a:r>
          </a:p>
        </p:txBody>
      </p:sp>
      <p:sp>
        <p:nvSpPr>
          <p:cNvPr id="7" name="Oval 6">
            <a:extLst>
              <a:ext uri="{FF2B5EF4-FFF2-40B4-BE49-F238E27FC236}">
                <a16:creationId xmlns:a16="http://schemas.microsoft.com/office/drawing/2014/main" id="{1863BAAA-E4AA-B621-4C28-E5B3B1089175}"/>
              </a:ext>
            </a:extLst>
          </p:cNvPr>
          <p:cNvSpPr/>
          <p:nvPr/>
        </p:nvSpPr>
        <p:spPr>
          <a:xfrm>
            <a:off x="3163824"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2</a:t>
            </a:r>
          </a:p>
        </p:txBody>
      </p:sp>
      <p:sp>
        <p:nvSpPr>
          <p:cNvPr id="8" name="Oval 7">
            <a:extLst>
              <a:ext uri="{FF2B5EF4-FFF2-40B4-BE49-F238E27FC236}">
                <a16:creationId xmlns:a16="http://schemas.microsoft.com/office/drawing/2014/main" id="{20F89C51-AB0D-C548-D29D-D8A9676CD58B}"/>
              </a:ext>
            </a:extLst>
          </p:cNvPr>
          <p:cNvSpPr/>
          <p:nvPr/>
        </p:nvSpPr>
        <p:spPr>
          <a:xfrm>
            <a:off x="4910328"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3</a:t>
            </a:r>
          </a:p>
        </p:txBody>
      </p:sp>
      <p:sp>
        <p:nvSpPr>
          <p:cNvPr id="9" name="Oval 8">
            <a:extLst>
              <a:ext uri="{FF2B5EF4-FFF2-40B4-BE49-F238E27FC236}">
                <a16:creationId xmlns:a16="http://schemas.microsoft.com/office/drawing/2014/main" id="{E88BA9AF-9BCC-B887-4F5D-F7E6EF6AC4B9}"/>
              </a:ext>
            </a:extLst>
          </p:cNvPr>
          <p:cNvSpPr/>
          <p:nvPr/>
        </p:nvSpPr>
        <p:spPr>
          <a:xfrm>
            <a:off x="6656832"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Oval 9">
            <a:extLst>
              <a:ext uri="{FF2B5EF4-FFF2-40B4-BE49-F238E27FC236}">
                <a16:creationId xmlns:a16="http://schemas.microsoft.com/office/drawing/2014/main" id="{A9C35DF0-D1BF-9900-2B2D-6E5FD219BB86}"/>
              </a:ext>
            </a:extLst>
          </p:cNvPr>
          <p:cNvSpPr/>
          <p:nvPr/>
        </p:nvSpPr>
        <p:spPr>
          <a:xfrm>
            <a:off x="8403336"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t>
            </a:r>
            <a:r>
              <a:rPr lang="en-US" baseline="-25000" dirty="0" err="1"/>
              <a:t>K</a:t>
            </a:r>
            <a:endParaRPr lang="en-US" baseline="-25000" dirty="0"/>
          </a:p>
        </p:txBody>
      </p:sp>
      <p:sp>
        <p:nvSpPr>
          <p:cNvPr id="11" name="Oval 10">
            <a:extLst>
              <a:ext uri="{FF2B5EF4-FFF2-40B4-BE49-F238E27FC236}">
                <a16:creationId xmlns:a16="http://schemas.microsoft.com/office/drawing/2014/main" id="{62C0F6B2-3534-FE33-0DEC-B880621EE09D}"/>
              </a:ext>
            </a:extLst>
          </p:cNvPr>
          <p:cNvSpPr/>
          <p:nvPr/>
        </p:nvSpPr>
        <p:spPr>
          <a:xfrm>
            <a:off x="1014984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p</a:t>
            </a:r>
            <a:r>
              <a:rPr lang="en-US" sz="1500" baseline="-25000" dirty="0"/>
              <a:t>K+1</a:t>
            </a:r>
          </a:p>
        </p:txBody>
      </p:sp>
      <p:cxnSp>
        <p:nvCxnSpPr>
          <p:cNvPr id="13" name="Straight Arrow Connector 12">
            <a:extLst>
              <a:ext uri="{FF2B5EF4-FFF2-40B4-BE49-F238E27FC236}">
                <a16:creationId xmlns:a16="http://schemas.microsoft.com/office/drawing/2014/main" id="{7BAA98EF-CEB4-8595-5A61-BF716B2897DA}"/>
              </a:ext>
            </a:extLst>
          </p:cNvPr>
          <p:cNvCxnSpPr>
            <a:stCxn id="6" idx="6"/>
            <a:endCxn id="7" idx="2"/>
          </p:cNvCxnSpPr>
          <p:nvPr/>
        </p:nvCxnSpPr>
        <p:spPr>
          <a:xfrm>
            <a:off x="2148840"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A416E8D-56B6-11E5-C782-A874ED17645F}"/>
              </a:ext>
            </a:extLst>
          </p:cNvPr>
          <p:cNvCxnSpPr>
            <a:cxnSpLocks/>
            <a:stCxn id="7" idx="6"/>
            <a:endCxn id="8" idx="2"/>
          </p:cNvCxnSpPr>
          <p:nvPr/>
        </p:nvCxnSpPr>
        <p:spPr>
          <a:xfrm>
            <a:off x="3895344"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6FA1495-E1A2-8637-002F-E8DA2E6768FD}"/>
              </a:ext>
            </a:extLst>
          </p:cNvPr>
          <p:cNvCxnSpPr>
            <a:cxnSpLocks/>
            <a:stCxn id="8" idx="6"/>
            <a:endCxn id="9" idx="2"/>
          </p:cNvCxnSpPr>
          <p:nvPr/>
        </p:nvCxnSpPr>
        <p:spPr>
          <a:xfrm>
            <a:off x="5641848"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8831DB3-8774-7A15-C7C3-803F8D3E4BA5}"/>
              </a:ext>
            </a:extLst>
          </p:cNvPr>
          <p:cNvCxnSpPr>
            <a:cxnSpLocks/>
            <a:stCxn id="9" idx="6"/>
            <a:endCxn id="10" idx="2"/>
          </p:cNvCxnSpPr>
          <p:nvPr/>
        </p:nvCxnSpPr>
        <p:spPr>
          <a:xfrm>
            <a:off x="7388352"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8E76A86-23B2-D506-6699-EF37D3FE5D8F}"/>
              </a:ext>
            </a:extLst>
          </p:cNvPr>
          <p:cNvCxnSpPr>
            <a:cxnSpLocks/>
            <a:stCxn id="10" idx="6"/>
            <a:endCxn id="11" idx="2"/>
          </p:cNvCxnSpPr>
          <p:nvPr/>
        </p:nvCxnSpPr>
        <p:spPr>
          <a:xfrm>
            <a:off x="9134856"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087C030-1C32-79E0-E0F3-4F150AF48855}"/>
              </a:ext>
            </a:extLst>
          </p:cNvPr>
          <p:cNvSpPr txBox="1"/>
          <p:nvPr/>
        </p:nvSpPr>
        <p:spPr>
          <a:xfrm>
            <a:off x="402336" y="2801630"/>
            <a:ext cx="489236" cy="523220"/>
          </a:xfrm>
          <a:prstGeom prst="rect">
            <a:avLst/>
          </a:prstGeom>
          <a:noFill/>
        </p:spPr>
        <p:txBody>
          <a:bodyPr wrap="none" rtlCol="0">
            <a:spAutoFit/>
          </a:bodyPr>
          <a:lstStyle/>
          <a:p>
            <a:r>
              <a:rPr lang="en-US" sz="2800" dirty="0">
                <a:solidFill>
                  <a:schemeClr val="accent2">
                    <a:lumMod val="75000"/>
                  </a:schemeClr>
                </a:solidFill>
              </a:rPr>
              <a:t>p:</a:t>
            </a:r>
          </a:p>
        </p:txBody>
      </p:sp>
      <p:sp>
        <p:nvSpPr>
          <p:cNvPr id="49" name="TextBox 48">
            <a:extLst>
              <a:ext uri="{FF2B5EF4-FFF2-40B4-BE49-F238E27FC236}">
                <a16:creationId xmlns:a16="http://schemas.microsoft.com/office/drawing/2014/main" id="{720B7103-56BF-7AB8-E44E-80942594C637}"/>
              </a:ext>
            </a:extLst>
          </p:cNvPr>
          <p:cNvSpPr txBox="1"/>
          <p:nvPr/>
        </p:nvSpPr>
        <p:spPr>
          <a:xfrm>
            <a:off x="2336308" y="2616964"/>
            <a:ext cx="640047" cy="369332"/>
          </a:xfrm>
          <a:prstGeom prst="rect">
            <a:avLst/>
          </a:prstGeom>
          <a:noFill/>
        </p:spPr>
        <p:txBody>
          <a:bodyPr wrap="none" rtlCol="0">
            <a:spAutoFit/>
          </a:bodyPr>
          <a:lstStyle/>
          <a:p>
            <a:r>
              <a:rPr lang="en-US" dirty="0"/>
              <a:t>Y</a:t>
            </a:r>
            <a:r>
              <a:rPr lang="en-US" baseline="-25000" dirty="0"/>
              <a:t>p1p2</a:t>
            </a:r>
          </a:p>
        </p:txBody>
      </p:sp>
      <p:sp>
        <p:nvSpPr>
          <p:cNvPr id="50" name="TextBox 49">
            <a:extLst>
              <a:ext uri="{FF2B5EF4-FFF2-40B4-BE49-F238E27FC236}">
                <a16:creationId xmlns:a16="http://schemas.microsoft.com/office/drawing/2014/main" id="{C5B47A07-AC96-ED66-4342-D484156457E9}"/>
              </a:ext>
            </a:extLst>
          </p:cNvPr>
          <p:cNvSpPr txBox="1"/>
          <p:nvPr/>
        </p:nvSpPr>
        <p:spPr>
          <a:xfrm>
            <a:off x="9215645" y="2616964"/>
            <a:ext cx="816377" cy="369332"/>
          </a:xfrm>
          <a:prstGeom prst="rect">
            <a:avLst/>
          </a:prstGeom>
          <a:noFill/>
        </p:spPr>
        <p:txBody>
          <a:bodyPr wrap="none" rtlCol="0">
            <a:spAutoFit/>
          </a:bodyPr>
          <a:lstStyle/>
          <a:p>
            <a:r>
              <a:rPr lang="en-US" dirty="0"/>
              <a:t>Y</a:t>
            </a:r>
            <a:r>
              <a:rPr lang="en-US" baseline="-25000" dirty="0"/>
              <a:t>pKpK+1</a:t>
            </a:r>
          </a:p>
        </p:txBody>
      </p:sp>
      <p:sp>
        <p:nvSpPr>
          <p:cNvPr id="51" name="TextBox 50">
            <a:extLst>
              <a:ext uri="{FF2B5EF4-FFF2-40B4-BE49-F238E27FC236}">
                <a16:creationId xmlns:a16="http://schemas.microsoft.com/office/drawing/2014/main" id="{2C9AC79C-4310-4B63-9194-1E5E6DCB4AE9}"/>
              </a:ext>
            </a:extLst>
          </p:cNvPr>
          <p:cNvSpPr txBox="1"/>
          <p:nvPr/>
        </p:nvSpPr>
        <p:spPr>
          <a:xfrm>
            <a:off x="4082812" y="2616964"/>
            <a:ext cx="640047" cy="369332"/>
          </a:xfrm>
          <a:prstGeom prst="rect">
            <a:avLst/>
          </a:prstGeom>
          <a:noFill/>
        </p:spPr>
        <p:txBody>
          <a:bodyPr wrap="none" rtlCol="0">
            <a:spAutoFit/>
          </a:bodyPr>
          <a:lstStyle/>
          <a:p>
            <a:r>
              <a:rPr lang="en-US" dirty="0"/>
              <a:t>Y</a:t>
            </a:r>
            <a:r>
              <a:rPr lang="en-US" baseline="-25000" dirty="0"/>
              <a:t>p2p3</a:t>
            </a:r>
          </a:p>
        </p:txBody>
      </p:sp>
      <p:pic>
        <p:nvPicPr>
          <p:cNvPr id="2" name="Picture 1">
            <a:extLst>
              <a:ext uri="{FF2B5EF4-FFF2-40B4-BE49-F238E27FC236}">
                <a16:creationId xmlns:a16="http://schemas.microsoft.com/office/drawing/2014/main" id="{086E975F-DFF8-3CC9-71D7-0828C87004CB}"/>
              </a:ext>
            </a:extLst>
          </p:cNvPr>
          <p:cNvPicPr>
            <a:picLocks noChangeAspect="1"/>
          </p:cNvPicPr>
          <p:nvPr/>
        </p:nvPicPr>
        <p:blipFill>
          <a:blip r:embed="rId2"/>
          <a:stretch>
            <a:fillRect/>
          </a:stretch>
        </p:blipFill>
        <p:spPr>
          <a:xfrm>
            <a:off x="2546604" y="4135100"/>
            <a:ext cx="7098792" cy="1249054"/>
          </a:xfrm>
          <a:prstGeom prst="rect">
            <a:avLst/>
          </a:prstGeom>
        </p:spPr>
      </p:pic>
    </p:spTree>
    <p:extLst>
      <p:ext uri="{BB962C8B-B14F-4D97-AF65-F5344CB8AC3E}">
        <p14:creationId xmlns:p14="http://schemas.microsoft.com/office/powerpoint/2010/main" val="763963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9FA9C-7C5B-4942-B55F-0E6459DFA007}"/>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1BDF8F23-DB8E-26BB-0A62-DA8D7773995A}"/>
              </a:ext>
            </a:extLst>
          </p:cNvPr>
          <p:cNvSpPr/>
          <p:nvPr/>
        </p:nvSpPr>
        <p:spPr>
          <a:xfrm>
            <a:off x="141732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1</a:t>
            </a:r>
          </a:p>
        </p:txBody>
      </p:sp>
      <p:sp>
        <p:nvSpPr>
          <p:cNvPr id="7" name="Oval 6">
            <a:extLst>
              <a:ext uri="{FF2B5EF4-FFF2-40B4-BE49-F238E27FC236}">
                <a16:creationId xmlns:a16="http://schemas.microsoft.com/office/drawing/2014/main" id="{B443DA8C-3871-2703-A53E-1F956507DB31}"/>
              </a:ext>
            </a:extLst>
          </p:cNvPr>
          <p:cNvSpPr/>
          <p:nvPr/>
        </p:nvSpPr>
        <p:spPr>
          <a:xfrm>
            <a:off x="3163824"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2</a:t>
            </a:r>
          </a:p>
        </p:txBody>
      </p:sp>
      <p:sp>
        <p:nvSpPr>
          <p:cNvPr id="8" name="Oval 7">
            <a:extLst>
              <a:ext uri="{FF2B5EF4-FFF2-40B4-BE49-F238E27FC236}">
                <a16:creationId xmlns:a16="http://schemas.microsoft.com/office/drawing/2014/main" id="{F9ABE870-0FE0-B0CC-023F-4E2E45F20E20}"/>
              </a:ext>
            </a:extLst>
          </p:cNvPr>
          <p:cNvSpPr/>
          <p:nvPr/>
        </p:nvSpPr>
        <p:spPr>
          <a:xfrm>
            <a:off x="4910328"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3</a:t>
            </a:r>
          </a:p>
        </p:txBody>
      </p:sp>
      <p:sp>
        <p:nvSpPr>
          <p:cNvPr id="9" name="Oval 8">
            <a:extLst>
              <a:ext uri="{FF2B5EF4-FFF2-40B4-BE49-F238E27FC236}">
                <a16:creationId xmlns:a16="http://schemas.microsoft.com/office/drawing/2014/main" id="{3873177B-58E0-A98F-F1AF-C93233AD788A}"/>
              </a:ext>
            </a:extLst>
          </p:cNvPr>
          <p:cNvSpPr/>
          <p:nvPr/>
        </p:nvSpPr>
        <p:spPr>
          <a:xfrm>
            <a:off x="6656832"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Oval 9">
            <a:extLst>
              <a:ext uri="{FF2B5EF4-FFF2-40B4-BE49-F238E27FC236}">
                <a16:creationId xmlns:a16="http://schemas.microsoft.com/office/drawing/2014/main" id="{DE4FBAC2-1FA5-98BE-F644-E4E3F4753428}"/>
              </a:ext>
            </a:extLst>
          </p:cNvPr>
          <p:cNvSpPr/>
          <p:nvPr/>
        </p:nvSpPr>
        <p:spPr>
          <a:xfrm>
            <a:off x="8403336"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t>
            </a:r>
            <a:r>
              <a:rPr lang="en-US" baseline="-25000" dirty="0" err="1"/>
              <a:t>K</a:t>
            </a:r>
            <a:endParaRPr lang="en-US" baseline="-25000" dirty="0"/>
          </a:p>
        </p:txBody>
      </p:sp>
      <p:sp>
        <p:nvSpPr>
          <p:cNvPr id="11" name="Oval 10">
            <a:extLst>
              <a:ext uri="{FF2B5EF4-FFF2-40B4-BE49-F238E27FC236}">
                <a16:creationId xmlns:a16="http://schemas.microsoft.com/office/drawing/2014/main" id="{34880DFC-1879-C23D-0198-C4423001D858}"/>
              </a:ext>
            </a:extLst>
          </p:cNvPr>
          <p:cNvSpPr/>
          <p:nvPr/>
        </p:nvSpPr>
        <p:spPr>
          <a:xfrm>
            <a:off x="1014984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p</a:t>
            </a:r>
            <a:r>
              <a:rPr lang="en-US" sz="1500" baseline="-25000" dirty="0"/>
              <a:t>K+1</a:t>
            </a:r>
          </a:p>
        </p:txBody>
      </p:sp>
      <p:cxnSp>
        <p:nvCxnSpPr>
          <p:cNvPr id="13" name="Straight Arrow Connector 12">
            <a:extLst>
              <a:ext uri="{FF2B5EF4-FFF2-40B4-BE49-F238E27FC236}">
                <a16:creationId xmlns:a16="http://schemas.microsoft.com/office/drawing/2014/main" id="{6D9661AC-9195-D196-4255-E07897752553}"/>
              </a:ext>
            </a:extLst>
          </p:cNvPr>
          <p:cNvCxnSpPr>
            <a:stCxn id="6" idx="6"/>
            <a:endCxn id="7" idx="2"/>
          </p:cNvCxnSpPr>
          <p:nvPr/>
        </p:nvCxnSpPr>
        <p:spPr>
          <a:xfrm>
            <a:off x="2148840"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9FB4785-0946-EE94-B0B1-FC96DEA5DFC8}"/>
              </a:ext>
            </a:extLst>
          </p:cNvPr>
          <p:cNvCxnSpPr>
            <a:cxnSpLocks/>
            <a:stCxn id="7" idx="6"/>
            <a:endCxn id="8" idx="2"/>
          </p:cNvCxnSpPr>
          <p:nvPr/>
        </p:nvCxnSpPr>
        <p:spPr>
          <a:xfrm>
            <a:off x="3895344"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DE9545A-9492-488E-4F12-F7656F39B2E8}"/>
              </a:ext>
            </a:extLst>
          </p:cNvPr>
          <p:cNvCxnSpPr>
            <a:cxnSpLocks/>
            <a:stCxn id="8" idx="6"/>
            <a:endCxn id="9" idx="2"/>
          </p:cNvCxnSpPr>
          <p:nvPr/>
        </p:nvCxnSpPr>
        <p:spPr>
          <a:xfrm>
            <a:off x="5641848"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94A7E9E-AF96-D344-577E-5962467B181F}"/>
              </a:ext>
            </a:extLst>
          </p:cNvPr>
          <p:cNvCxnSpPr>
            <a:cxnSpLocks/>
            <a:stCxn id="9" idx="6"/>
            <a:endCxn id="10" idx="2"/>
          </p:cNvCxnSpPr>
          <p:nvPr/>
        </p:nvCxnSpPr>
        <p:spPr>
          <a:xfrm>
            <a:off x="7388352"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0A4F76F-8D47-BD07-0532-1D1A19F88BDC}"/>
              </a:ext>
            </a:extLst>
          </p:cNvPr>
          <p:cNvCxnSpPr>
            <a:cxnSpLocks/>
            <a:stCxn id="10" idx="6"/>
            <a:endCxn id="11" idx="2"/>
          </p:cNvCxnSpPr>
          <p:nvPr/>
        </p:nvCxnSpPr>
        <p:spPr>
          <a:xfrm>
            <a:off x="9134856"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ABAB3D50-C80A-BAE6-F1F0-4F06E08DBAA0}"/>
              </a:ext>
            </a:extLst>
          </p:cNvPr>
          <p:cNvSpPr txBox="1"/>
          <p:nvPr/>
        </p:nvSpPr>
        <p:spPr>
          <a:xfrm>
            <a:off x="402336" y="2801630"/>
            <a:ext cx="489236" cy="523220"/>
          </a:xfrm>
          <a:prstGeom prst="rect">
            <a:avLst/>
          </a:prstGeom>
          <a:noFill/>
        </p:spPr>
        <p:txBody>
          <a:bodyPr wrap="none" rtlCol="0">
            <a:spAutoFit/>
          </a:bodyPr>
          <a:lstStyle/>
          <a:p>
            <a:r>
              <a:rPr lang="en-US" sz="2800" dirty="0">
                <a:solidFill>
                  <a:schemeClr val="accent2">
                    <a:lumMod val="75000"/>
                  </a:schemeClr>
                </a:solidFill>
              </a:rPr>
              <a:t>p:</a:t>
            </a:r>
          </a:p>
        </p:txBody>
      </p:sp>
      <p:sp>
        <p:nvSpPr>
          <p:cNvPr id="49" name="TextBox 48">
            <a:extLst>
              <a:ext uri="{FF2B5EF4-FFF2-40B4-BE49-F238E27FC236}">
                <a16:creationId xmlns:a16="http://schemas.microsoft.com/office/drawing/2014/main" id="{EC10D04A-4C89-036B-C113-BDD4696923DA}"/>
              </a:ext>
            </a:extLst>
          </p:cNvPr>
          <p:cNvSpPr txBox="1"/>
          <p:nvPr/>
        </p:nvSpPr>
        <p:spPr>
          <a:xfrm>
            <a:off x="2336308" y="2616964"/>
            <a:ext cx="640047" cy="369332"/>
          </a:xfrm>
          <a:prstGeom prst="rect">
            <a:avLst/>
          </a:prstGeom>
          <a:noFill/>
        </p:spPr>
        <p:txBody>
          <a:bodyPr wrap="none" rtlCol="0">
            <a:spAutoFit/>
          </a:bodyPr>
          <a:lstStyle/>
          <a:p>
            <a:r>
              <a:rPr lang="en-US" dirty="0"/>
              <a:t>Y</a:t>
            </a:r>
            <a:r>
              <a:rPr lang="en-US" baseline="-25000" dirty="0"/>
              <a:t>p1p2</a:t>
            </a:r>
          </a:p>
        </p:txBody>
      </p:sp>
      <p:sp>
        <p:nvSpPr>
          <p:cNvPr id="50" name="TextBox 49">
            <a:extLst>
              <a:ext uri="{FF2B5EF4-FFF2-40B4-BE49-F238E27FC236}">
                <a16:creationId xmlns:a16="http://schemas.microsoft.com/office/drawing/2014/main" id="{4D3266E1-3FFB-3CC2-1595-43BF1BF1D33A}"/>
              </a:ext>
            </a:extLst>
          </p:cNvPr>
          <p:cNvSpPr txBox="1"/>
          <p:nvPr/>
        </p:nvSpPr>
        <p:spPr>
          <a:xfrm>
            <a:off x="9215645" y="2616964"/>
            <a:ext cx="816377" cy="369332"/>
          </a:xfrm>
          <a:prstGeom prst="rect">
            <a:avLst/>
          </a:prstGeom>
          <a:noFill/>
        </p:spPr>
        <p:txBody>
          <a:bodyPr wrap="none" rtlCol="0">
            <a:spAutoFit/>
          </a:bodyPr>
          <a:lstStyle/>
          <a:p>
            <a:r>
              <a:rPr lang="en-US" dirty="0"/>
              <a:t>Y</a:t>
            </a:r>
            <a:r>
              <a:rPr lang="en-US" baseline="-25000" dirty="0"/>
              <a:t>pKpK+1</a:t>
            </a:r>
          </a:p>
        </p:txBody>
      </p:sp>
      <p:sp>
        <p:nvSpPr>
          <p:cNvPr id="51" name="TextBox 50">
            <a:extLst>
              <a:ext uri="{FF2B5EF4-FFF2-40B4-BE49-F238E27FC236}">
                <a16:creationId xmlns:a16="http://schemas.microsoft.com/office/drawing/2014/main" id="{2A68D80D-2ABA-B9F1-759B-0CCE4BBECFEE}"/>
              </a:ext>
            </a:extLst>
          </p:cNvPr>
          <p:cNvSpPr txBox="1"/>
          <p:nvPr/>
        </p:nvSpPr>
        <p:spPr>
          <a:xfrm>
            <a:off x="4082812" y="2616964"/>
            <a:ext cx="640047" cy="369332"/>
          </a:xfrm>
          <a:prstGeom prst="rect">
            <a:avLst/>
          </a:prstGeom>
          <a:noFill/>
        </p:spPr>
        <p:txBody>
          <a:bodyPr wrap="none" rtlCol="0">
            <a:spAutoFit/>
          </a:bodyPr>
          <a:lstStyle/>
          <a:p>
            <a:r>
              <a:rPr lang="en-US" dirty="0"/>
              <a:t>Y</a:t>
            </a:r>
            <a:r>
              <a:rPr lang="en-US" baseline="-25000" dirty="0"/>
              <a:t>p2p3</a:t>
            </a:r>
          </a:p>
        </p:txBody>
      </p:sp>
      <p:sp>
        <p:nvSpPr>
          <p:cNvPr id="4" name="TextBox 3">
            <a:extLst>
              <a:ext uri="{FF2B5EF4-FFF2-40B4-BE49-F238E27FC236}">
                <a16:creationId xmlns:a16="http://schemas.microsoft.com/office/drawing/2014/main" id="{8FA7A797-64F2-D555-05D9-0A5470C99AA7}"/>
              </a:ext>
            </a:extLst>
          </p:cNvPr>
          <p:cNvSpPr txBox="1"/>
          <p:nvPr/>
        </p:nvSpPr>
        <p:spPr>
          <a:xfrm>
            <a:off x="1273440" y="801700"/>
            <a:ext cx="1624163" cy="369332"/>
          </a:xfrm>
          <a:prstGeom prst="rect">
            <a:avLst/>
          </a:prstGeom>
          <a:noFill/>
        </p:spPr>
        <p:txBody>
          <a:bodyPr wrap="none" rtlCol="0">
            <a:spAutoFit/>
          </a:bodyPr>
          <a:lstStyle/>
          <a:p>
            <a:r>
              <a:rPr lang="en-US" dirty="0"/>
              <a:t>c : (p</a:t>
            </a:r>
            <a:r>
              <a:rPr lang="en-US" baseline="-25000" dirty="0"/>
              <a:t>K</a:t>
            </a:r>
            <a:r>
              <a:rPr lang="en-US" dirty="0"/>
              <a:t>,p</a:t>
            </a:r>
            <a:r>
              <a:rPr lang="en-US" baseline="-25000" dirty="0"/>
              <a:t>K+1</a:t>
            </a:r>
            <a:r>
              <a:rPr lang="en-US" dirty="0"/>
              <a:t>) ∈ c</a:t>
            </a:r>
          </a:p>
        </p:txBody>
      </p:sp>
      <p:sp>
        <p:nvSpPr>
          <p:cNvPr id="5" name="Left Brace 4">
            <a:extLst>
              <a:ext uri="{FF2B5EF4-FFF2-40B4-BE49-F238E27FC236}">
                <a16:creationId xmlns:a16="http://schemas.microsoft.com/office/drawing/2014/main" id="{E50C9335-E4FB-CCED-534B-D28AF8619469}"/>
              </a:ext>
            </a:extLst>
          </p:cNvPr>
          <p:cNvSpPr/>
          <p:nvPr/>
        </p:nvSpPr>
        <p:spPr>
          <a:xfrm>
            <a:off x="2897603" y="438912"/>
            <a:ext cx="1058572" cy="109490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8EF646D6-2743-DA2A-B8DC-01E61AF7E6ED}"/>
              </a:ext>
            </a:extLst>
          </p:cNvPr>
          <p:cNvSpPr txBox="1"/>
          <p:nvPr/>
        </p:nvSpPr>
        <p:spPr>
          <a:xfrm>
            <a:off x="3956175" y="254243"/>
            <a:ext cx="5738687" cy="369332"/>
          </a:xfrm>
          <a:prstGeom prst="rect">
            <a:avLst/>
          </a:prstGeom>
          <a:noFill/>
        </p:spPr>
        <p:txBody>
          <a:bodyPr wrap="none" rtlCol="0">
            <a:spAutoFit/>
          </a:bodyPr>
          <a:lstStyle/>
          <a:p>
            <a:r>
              <a:rPr lang="en-US" dirty="0"/>
              <a:t>If (p</a:t>
            </a:r>
            <a:r>
              <a:rPr lang="en-US" baseline="-25000" dirty="0"/>
              <a:t>K-1</a:t>
            </a:r>
            <a:r>
              <a:rPr lang="en-US" dirty="0"/>
              <a:t>,p</a:t>
            </a:r>
            <a:r>
              <a:rPr lang="en-US" baseline="-25000" dirty="0"/>
              <a:t>K</a:t>
            </a:r>
            <a:r>
              <a:rPr lang="en-US" dirty="0"/>
              <a:t>) ∉ c, added as part of K-1’th term in summation</a:t>
            </a:r>
          </a:p>
        </p:txBody>
      </p:sp>
      <p:sp>
        <p:nvSpPr>
          <p:cNvPr id="15" name="TextBox 14">
            <a:extLst>
              <a:ext uri="{FF2B5EF4-FFF2-40B4-BE49-F238E27FC236}">
                <a16:creationId xmlns:a16="http://schemas.microsoft.com/office/drawing/2014/main" id="{F9585001-8E38-C222-DE6B-85E45768041E}"/>
              </a:ext>
            </a:extLst>
          </p:cNvPr>
          <p:cNvSpPr txBox="1"/>
          <p:nvPr/>
        </p:nvSpPr>
        <p:spPr>
          <a:xfrm>
            <a:off x="3956175" y="1289409"/>
            <a:ext cx="606256" cy="369332"/>
          </a:xfrm>
          <a:prstGeom prst="rect">
            <a:avLst/>
          </a:prstGeom>
          <a:noFill/>
        </p:spPr>
        <p:txBody>
          <a:bodyPr wrap="none" rtlCol="0">
            <a:spAutoFit/>
          </a:bodyPr>
          <a:lstStyle/>
          <a:p>
            <a:r>
              <a:rPr lang="en-US" dirty="0"/>
              <a:t>Else</a:t>
            </a:r>
          </a:p>
        </p:txBody>
      </p:sp>
      <p:sp>
        <p:nvSpPr>
          <p:cNvPr id="16" name="Left Brace 15">
            <a:extLst>
              <a:ext uri="{FF2B5EF4-FFF2-40B4-BE49-F238E27FC236}">
                <a16:creationId xmlns:a16="http://schemas.microsoft.com/office/drawing/2014/main" id="{0F0C567C-E88F-2045-281B-50B71D180078}"/>
              </a:ext>
            </a:extLst>
          </p:cNvPr>
          <p:cNvSpPr/>
          <p:nvPr/>
        </p:nvSpPr>
        <p:spPr>
          <a:xfrm>
            <a:off x="4507567" y="926620"/>
            <a:ext cx="1058572" cy="109490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605D8FC8-D1ED-E240-48DE-0CC03A840ED2}"/>
              </a:ext>
            </a:extLst>
          </p:cNvPr>
          <p:cNvSpPr txBox="1"/>
          <p:nvPr/>
        </p:nvSpPr>
        <p:spPr>
          <a:xfrm>
            <a:off x="5655564" y="741954"/>
            <a:ext cx="5931432" cy="369332"/>
          </a:xfrm>
          <a:prstGeom prst="rect">
            <a:avLst/>
          </a:prstGeom>
          <a:noFill/>
        </p:spPr>
        <p:txBody>
          <a:bodyPr wrap="none" rtlCol="0">
            <a:spAutoFit/>
          </a:bodyPr>
          <a:lstStyle/>
          <a:p>
            <a:r>
              <a:rPr lang="en-US" dirty="0"/>
              <a:t>If (p</a:t>
            </a:r>
            <a:r>
              <a:rPr lang="en-US" baseline="-25000" dirty="0"/>
              <a:t>K-2</a:t>
            </a:r>
            <a:r>
              <a:rPr lang="en-US" dirty="0"/>
              <a:t>,p</a:t>
            </a:r>
            <a:r>
              <a:rPr lang="en-US" baseline="-25000" dirty="0"/>
              <a:t>K-1</a:t>
            </a:r>
            <a:r>
              <a:rPr lang="en-US" dirty="0"/>
              <a:t>) ∉ c, added as part of  K-2’th term in summation</a:t>
            </a:r>
          </a:p>
        </p:txBody>
      </p:sp>
      <p:sp>
        <p:nvSpPr>
          <p:cNvPr id="21" name="TextBox 20">
            <a:extLst>
              <a:ext uri="{FF2B5EF4-FFF2-40B4-BE49-F238E27FC236}">
                <a16:creationId xmlns:a16="http://schemas.microsoft.com/office/drawing/2014/main" id="{01F6F1C8-3C82-7BFE-AACB-2ABAD6390399}"/>
              </a:ext>
            </a:extLst>
          </p:cNvPr>
          <p:cNvSpPr txBox="1"/>
          <p:nvPr/>
        </p:nvSpPr>
        <p:spPr>
          <a:xfrm>
            <a:off x="5735695" y="1795434"/>
            <a:ext cx="841897" cy="369332"/>
          </a:xfrm>
          <a:prstGeom prst="rect">
            <a:avLst/>
          </a:prstGeom>
          <a:noFill/>
        </p:spPr>
        <p:txBody>
          <a:bodyPr wrap="none" rtlCol="0">
            <a:spAutoFit/>
          </a:bodyPr>
          <a:lstStyle/>
          <a:p>
            <a:r>
              <a:rPr lang="en-US" dirty="0"/>
              <a:t>Else …</a:t>
            </a:r>
          </a:p>
        </p:txBody>
      </p:sp>
      <p:sp>
        <p:nvSpPr>
          <p:cNvPr id="22" name="TextBox 21">
            <a:extLst>
              <a:ext uri="{FF2B5EF4-FFF2-40B4-BE49-F238E27FC236}">
                <a16:creationId xmlns:a16="http://schemas.microsoft.com/office/drawing/2014/main" id="{C475B568-078E-9CA8-FF64-1ACF218B849D}"/>
              </a:ext>
            </a:extLst>
          </p:cNvPr>
          <p:cNvSpPr txBox="1"/>
          <p:nvPr/>
        </p:nvSpPr>
        <p:spPr>
          <a:xfrm>
            <a:off x="7190734" y="1960602"/>
            <a:ext cx="3690626" cy="369332"/>
          </a:xfrm>
          <a:prstGeom prst="rect">
            <a:avLst/>
          </a:prstGeom>
          <a:noFill/>
        </p:spPr>
        <p:txBody>
          <a:bodyPr wrap="none" rtlCol="0">
            <a:spAutoFit/>
          </a:bodyPr>
          <a:lstStyle/>
          <a:p>
            <a:r>
              <a:rPr lang="en-US" dirty="0">
                <a:solidFill>
                  <a:srgbClr val="C00000"/>
                </a:solidFill>
              </a:rPr>
              <a:t>Cannot include all edges in P, why? </a:t>
            </a:r>
          </a:p>
        </p:txBody>
      </p:sp>
      <p:pic>
        <p:nvPicPr>
          <p:cNvPr id="2" name="Picture 1">
            <a:extLst>
              <a:ext uri="{FF2B5EF4-FFF2-40B4-BE49-F238E27FC236}">
                <a16:creationId xmlns:a16="http://schemas.microsoft.com/office/drawing/2014/main" id="{58F0D840-5CEE-EC95-9E7F-858BA4CE1312}"/>
              </a:ext>
            </a:extLst>
          </p:cNvPr>
          <p:cNvPicPr>
            <a:picLocks noChangeAspect="1"/>
          </p:cNvPicPr>
          <p:nvPr/>
        </p:nvPicPr>
        <p:blipFill>
          <a:blip r:embed="rId2"/>
          <a:stretch>
            <a:fillRect/>
          </a:stretch>
        </p:blipFill>
        <p:spPr>
          <a:xfrm>
            <a:off x="3384304" y="4017060"/>
            <a:ext cx="5423391" cy="1568476"/>
          </a:xfrm>
          <a:prstGeom prst="rect">
            <a:avLst/>
          </a:prstGeom>
        </p:spPr>
      </p:pic>
    </p:spTree>
    <p:extLst>
      <p:ext uri="{BB962C8B-B14F-4D97-AF65-F5344CB8AC3E}">
        <p14:creationId xmlns:p14="http://schemas.microsoft.com/office/powerpoint/2010/main" val="271449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12" grpId="0"/>
      <p:bldP spid="15" grpId="0"/>
      <p:bldP spid="16" grpId="0" animBg="1"/>
      <p:bldP spid="20" grpId="0"/>
      <p:bldP spid="21" grpId="0"/>
      <p:bldP spid="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AAC17-70EB-BE6F-B271-846A19F99807}"/>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9096CA60-5443-9445-7D17-6BA5A812CE92}"/>
              </a:ext>
            </a:extLst>
          </p:cNvPr>
          <p:cNvSpPr/>
          <p:nvPr/>
        </p:nvSpPr>
        <p:spPr>
          <a:xfrm>
            <a:off x="141732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1</a:t>
            </a:r>
          </a:p>
        </p:txBody>
      </p:sp>
      <p:sp>
        <p:nvSpPr>
          <p:cNvPr id="7" name="Oval 6">
            <a:extLst>
              <a:ext uri="{FF2B5EF4-FFF2-40B4-BE49-F238E27FC236}">
                <a16:creationId xmlns:a16="http://schemas.microsoft.com/office/drawing/2014/main" id="{205FCB26-82F3-250A-FF59-E9A6B737F0B1}"/>
              </a:ext>
            </a:extLst>
          </p:cNvPr>
          <p:cNvSpPr/>
          <p:nvPr/>
        </p:nvSpPr>
        <p:spPr>
          <a:xfrm>
            <a:off x="3163824"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2</a:t>
            </a:r>
          </a:p>
        </p:txBody>
      </p:sp>
      <p:sp>
        <p:nvSpPr>
          <p:cNvPr id="8" name="Oval 7">
            <a:extLst>
              <a:ext uri="{FF2B5EF4-FFF2-40B4-BE49-F238E27FC236}">
                <a16:creationId xmlns:a16="http://schemas.microsoft.com/office/drawing/2014/main" id="{7D2B1CE6-EEAF-A6D8-83FE-4166C0BE3686}"/>
              </a:ext>
            </a:extLst>
          </p:cNvPr>
          <p:cNvSpPr/>
          <p:nvPr/>
        </p:nvSpPr>
        <p:spPr>
          <a:xfrm>
            <a:off x="4910328"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3</a:t>
            </a:r>
          </a:p>
        </p:txBody>
      </p:sp>
      <p:sp>
        <p:nvSpPr>
          <p:cNvPr id="9" name="Oval 8">
            <a:extLst>
              <a:ext uri="{FF2B5EF4-FFF2-40B4-BE49-F238E27FC236}">
                <a16:creationId xmlns:a16="http://schemas.microsoft.com/office/drawing/2014/main" id="{AF4DCE28-B8A2-85F8-7A09-8CF25BB525BF}"/>
              </a:ext>
            </a:extLst>
          </p:cNvPr>
          <p:cNvSpPr/>
          <p:nvPr/>
        </p:nvSpPr>
        <p:spPr>
          <a:xfrm>
            <a:off x="6656832"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Oval 9">
            <a:extLst>
              <a:ext uri="{FF2B5EF4-FFF2-40B4-BE49-F238E27FC236}">
                <a16:creationId xmlns:a16="http://schemas.microsoft.com/office/drawing/2014/main" id="{71973722-8608-87B2-3D35-B1C759C94747}"/>
              </a:ext>
            </a:extLst>
          </p:cNvPr>
          <p:cNvSpPr/>
          <p:nvPr/>
        </p:nvSpPr>
        <p:spPr>
          <a:xfrm>
            <a:off x="8403336"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t>
            </a:r>
            <a:r>
              <a:rPr lang="en-US" baseline="-25000" dirty="0" err="1"/>
              <a:t>K</a:t>
            </a:r>
            <a:endParaRPr lang="en-US" baseline="-25000" dirty="0"/>
          </a:p>
        </p:txBody>
      </p:sp>
      <p:sp>
        <p:nvSpPr>
          <p:cNvPr id="11" name="Oval 10">
            <a:extLst>
              <a:ext uri="{FF2B5EF4-FFF2-40B4-BE49-F238E27FC236}">
                <a16:creationId xmlns:a16="http://schemas.microsoft.com/office/drawing/2014/main" id="{22BF3E3D-6AB1-44D8-91F6-4CBF45A9A009}"/>
              </a:ext>
            </a:extLst>
          </p:cNvPr>
          <p:cNvSpPr/>
          <p:nvPr/>
        </p:nvSpPr>
        <p:spPr>
          <a:xfrm>
            <a:off x="1014984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p</a:t>
            </a:r>
            <a:r>
              <a:rPr lang="en-US" sz="1500" baseline="-25000" dirty="0"/>
              <a:t>K+1</a:t>
            </a:r>
          </a:p>
        </p:txBody>
      </p:sp>
      <p:cxnSp>
        <p:nvCxnSpPr>
          <p:cNvPr id="13" name="Straight Arrow Connector 12">
            <a:extLst>
              <a:ext uri="{FF2B5EF4-FFF2-40B4-BE49-F238E27FC236}">
                <a16:creationId xmlns:a16="http://schemas.microsoft.com/office/drawing/2014/main" id="{88767F24-CC7B-DE91-8529-30887B33EAAB}"/>
              </a:ext>
            </a:extLst>
          </p:cNvPr>
          <p:cNvCxnSpPr>
            <a:stCxn id="6" idx="6"/>
            <a:endCxn id="7" idx="2"/>
          </p:cNvCxnSpPr>
          <p:nvPr/>
        </p:nvCxnSpPr>
        <p:spPr>
          <a:xfrm>
            <a:off x="2148840"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443C302-145C-9324-2800-BBAEB48A521B}"/>
              </a:ext>
            </a:extLst>
          </p:cNvPr>
          <p:cNvCxnSpPr>
            <a:cxnSpLocks/>
            <a:stCxn id="7" idx="6"/>
            <a:endCxn id="8" idx="2"/>
          </p:cNvCxnSpPr>
          <p:nvPr/>
        </p:nvCxnSpPr>
        <p:spPr>
          <a:xfrm>
            <a:off x="3895344"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D14DFA0-F827-39D2-7C82-7593B4AD3DF1}"/>
              </a:ext>
            </a:extLst>
          </p:cNvPr>
          <p:cNvCxnSpPr>
            <a:cxnSpLocks/>
            <a:stCxn id="8" idx="6"/>
            <a:endCxn id="9" idx="2"/>
          </p:cNvCxnSpPr>
          <p:nvPr/>
        </p:nvCxnSpPr>
        <p:spPr>
          <a:xfrm>
            <a:off x="5641848"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180D49D-BB9A-4B9C-9B67-883237C21573}"/>
              </a:ext>
            </a:extLst>
          </p:cNvPr>
          <p:cNvCxnSpPr>
            <a:cxnSpLocks/>
            <a:stCxn id="9" idx="6"/>
            <a:endCxn id="10" idx="2"/>
          </p:cNvCxnSpPr>
          <p:nvPr/>
        </p:nvCxnSpPr>
        <p:spPr>
          <a:xfrm>
            <a:off x="7388352"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79F4B89-A6B5-0AB4-FF7E-204A118B8366}"/>
              </a:ext>
            </a:extLst>
          </p:cNvPr>
          <p:cNvCxnSpPr>
            <a:cxnSpLocks/>
            <a:stCxn id="10" idx="6"/>
            <a:endCxn id="11" idx="2"/>
          </p:cNvCxnSpPr>
          <p:nvPr/>
        </p:nvCxnSpPr>
        <p:spPr>
          <a:xfrm>
            <a:off x="9134856"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405EBB28-7633-B14E-C8A5-9DC8F1933421}"/>
              </a:ext>
            </a:extLst>
          </p:cNvPr>
          <p:cNvSpPr txBox="1"/>
          <p:nvPr/>
        </p:nvSpPr>
        <p:spPr>
          <a:xfrm>
            <a:off x="402336" y="2801630"/>
            <a:ext cx="489236" cy="523220"/>
          </a:xfrm>
          <a:prstGeom prst="rect">
            <a:avLst/>
          </a:prstGeom>
          <a:noFill/>
        </p:spPr>
        <p:txBody>
          <a:bodyPr wrap="none" rtlCol="0">
            <a:spAutoFit/>
          </a:bodyPr>
          <a:lstStyle/>
          <a:p>
            <a:r>
              <a:rPr lang="en-US" sz="2800" dirty="0">
                <a:solidFill>
                  <a:schemeClr val="accent2">
                    <a:lumMod val="75000"/>
                  </a:schemeClr>
                </a:solidFill>
              </a:rPr>
              <a:t>p:</a:t>
            </a:r>
          </a:p>
        </p:txBody>
      </p:sp>
      <p:sp>
        <p:nvSpPr>
          <p:cNvPr id="49" name="TextBox 48">
            <a:extLst>
              <a:ext uri="{FF2B5EF4-FFF2-40B4-BE49-F238E27FC236}">
                <a16:creationId xmlns:a16="http://schemas.microsoft.com/office/drawing/2014/main" id="{36EBD180-7A8D-44F2-964B-7BEF47391D48}"/>
              </a:ext>
            </a:extLst>
          </p:cNvPr>
          <p:cNvSpPr txBox="1"/>
          <p:nvPr/>
        </p:nvSpPr>
        <p:spPr>
          <a:xfrm>
            <a:off x="2336308" y="2616964"/>
            <a:ext cx="640047" cy="369332"/>
          </a:xfrm>
          <a:prstGeom prst="rect">
            <a:avLst/>
          </a:prstGeom>
          <a:noFill/>
        </p:spPr>
        <p:txBody>
          <a:bodyPr wrap="none" rtlCol="0">
            <a:spAutoFit/>
          </a:bodyPr>
          <a:lstStyle/>
          <a:p>
            <a:r>
              <a:rPr lang="en-US" dirty="0"/>
              <a:t>Y</a:t>
            </a:r>
            <a:r>
              <a:rPr lang="en-US" baseline="-25000" dirty="0"/>
              <a:t>p1p2</a:t>
            </a:r>
          </a:p>
        </p:txBody>
      </p:sp>
      <p:sp>
        <p:nvSpPr>
          <p:cNvPr id="50" name="TextBox 49">
            <a:extLst>
              <a:ext uri="{FF2B5EF4-FFF2-40B4-BE49-F238E27FC236}">
                <a16:creationId xmlns:a16="http://schemas.microsoft.com/office/drawing/2014/main" id="{1C8A2C38-85A5-9904-0632-2A80B09D4E0D}"/>
              </a:ext>
            </a:extLst>
          </p:cNvPr>
          <p:cNvSpPr txBox="1"/>
          <p:nvPr/>
        </p:nvSpPr>
        <p:spPr>
          <a:xfrm>
            <a:off x="9215645" y="2616964"/>
            <a:ext cx="816377" cy="369332"/>
          </a:xfrm>
          <a:prstGeom prst="rect">
            <a:avLst/>
          </a:prstGeom>
          <a:noFill/>
        </p:spPr>
        <p:txBody>
          <a:bodyPr wrap="none" rtlCol="0">
            <a:spAutoFit/>
          </a:bodyPr>
          <a:lstStyle/>
          <a:p>
            <a:r>
              <a:rPr lang="en-US" dirty="0"/>
              <a:t>Y</a:t>
            </a:r>
            <a:r>
              <a:rPr lang="en-US" baseline="-25000" dirty="0"/>
              <a:t>pKpK+1</a:t>
            </a:r>
          </a:p>
        </p:txBody>
      </p:sp>
      <p:sp>
        <p:nvSpPr>
          <p:cNvPr id="51" name="TextBox 50">
            <a:extLst>
              <a:ext uri="{FF2B5EF4-FFF2-40B4-BE49-F238E27FC236}">
                <a16:creationId xmlns:a16="http://schemas.microsoft.com/office/drawing/2014/main" id="{4ABC7CA8-9C37-FA70-DF06-792E776B6A03}"/>
              </a:ext>
            </a:extLst>
          </p:cNvPr>
          <p:cNvSpPr txBox="1"/>
          <p:nvPr/>
        </p:nvSpPr>
        <p:spPr>
          <a:xfrm>
            <a:off x="4082812" y="2616964"/>
            <a:ext cx="640047" cy="369332"/>
          </a:xfrm>
          <a:prstGeom prst="rect">
            <a:avLst/>
          </a:prstGeom>
          <a:noFill/>
        </p:spPr>
        <p:txBody>
          <a:bodyPr wrap="none" rtlCol="0">
            <a:spAutoFit/>
          </a:bodyPr>
          <a:lstStyle/>
          <a:p>
            <a:r>
              <a:rPr lang="en-US" dirty="0"/>
              <a:t>Y</a:t>
            </a:r>
            <a:r>
              <a:rPr lang="en-US" baseline="-25000" dirty="0"/>
              <a:t>p2p3</a:t>
            </a:r>
          </a:p>
        </p:txBody>
      </p:sp>
      <p:pic>
        <p:nvPicPr>
          <p:cNvPr id="2" name="Picture 1">
            <a:extLst>
              <a:ext uri="{FF2B5EF4-FFF2-40B4-BE49-F238E27FC236}">
                <a16:creationId xmlns:a16="http://schemas.microsoft.com/office/drawing/2014/main" id="{4058CAE7-F952-343E-0459-06D333A9E5EB}"/>
              </a:ext>
            </a:extLst>
          </p:cNvPr>
          <p:cNvPicPr>
            <a:picLocks noChangeAspect="1"/>
          </p:cNvPicPr>
          <p:nvPr/>
        </p:nvPicPr>
        <p:blipFill>
          <a:blip r:embed="rId2"/>
          <a:srcRect l="3157"/>
          <a:stretch>
            <a:fillRect/>
          </a:stretch>
        </p:blipFill>
        <p:spPr>
          <a:xfrm>
            <a:off x="960723" y="4331046"/>
            <a:ext cx="10270553" cy="1431111"/>
          </a:xfrm>
          <a:prstGeom prst="rect">
            <a:avLst/>
          </a:prstGeom>
        </p:spPr>
      </p:pic>
    </p:spTree>
    <p:extLst>
      <p:ext uri="{BB962C8B-B14F-4D97-AF65-F5344CB8AC3E}">
        <p14:creationId xmlns:p14="http://schemas.microsoft.com/office/powerpoint/2010/main" val="4078541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9E53-ADE6-6ACA-357E-856F2BB15F1A}"/>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E74EB0A5-3A78-38F0-7DC5-4D328E57F1FD}"/>
              </a:ext>
            </a:extLst>
          </p:cNvPr>
          <p:cNvSpPr/>
          <p:nvPr/>
        </p:nvSpPr>
        <p:spPr>
          <a:xfrm>
            <a:off x="141732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1</a:t>
            </a:r>
          </a:p>
        </p:txBody>
      </p:sp>
      <p:sp>
        <p:nvSpPr>
          <p:cNvPr id="7" name="Oval 6">
            <a:extLst>
              <a:ext uri="{FF2B5EF4-FFF2-40B4-BE49-F238E27FC236}">
                <a16:creationId xmlns:a16="http://schemas.microsoft.com/office/drawing/2014/main" id="{BABE147F-D62F-AA07-27BE-524B62287674}"/>
              </a:ext>
            </a:extLst>
          </p:cNvPr>
          <p:cNvSpPr/>
          <p:nvPr/>
        </p:nvSpPr>
        <p:spPr>
          <a:xfrm>
            <a:off x="3163824"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2</a:t>
            </a:r>
          </a:p>
        </p:txBody>
      </p:sp>
      <p:sp>
        <p:nvSpPr>
          <p:cNvPr id="8" name="Oval 7">
            <a:extLst>
              <a:ext uri="{FF2B5EF4-FFF2-40B4-BE49-F238E27FC236}">
                <a16:creationId xmlns:a16="http://schemas.microsoft.com/office/drawing/2014/main" id="{C10D3F6D-24B7-D981-9827-A740E0B1BF0F}"/>
              </a:ext>
            </a:extLst>
          </p:cNvPr>
          <p:cNvSpPr/>
          <p:nvPr/>
        </p:nvSpPr>
        <p:spPr>
          <a:xfrm>
            <a:off x="4910328"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3</a:t>
            </a:r>
          </a:p>
        </p:txBody>
      </p:sp>
      <p:sp>
        <p:nvSpPr>
          <p:cNvPr id="9" name="Oval 8">
            <a:extLst>
              <a:ext uri="{FF2B5EF4-FFF2-40B4-BE49-F238E27FC236}">
                <a16:creationId xmlns:a16="http://schemas.microsoft.com/office/drawing/2014/main" id="{55877BEF-BA03-2DAE-55C2-B243E18B9C03}"/>
              </a:ext>
            </a:extLst>
          </p:cNvPr>
          <p:cNvSpPr/>
          <p:nvPr/>
        </p:nvSpPr>
        <p:spPr>
          <a:xfrm>
            <a:off x="6656832"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Oval 9">
            <a:extLst>
              <a:ext uri="{FF2B5EF4-FFF2-40B4-BE49-F238E27FC236}">
                <a16:creationId xmlns:a16="http://schemas.microsoft.com/office/drawing/2014/main" id="{53FD261E-2FAF-183F-ABE9-8D3AC7CA53BA}"/>
              </a:ext>
            </a:extLst>
          </p:cNvPr>
          <p:cNvSpPr/>
          <p:nvPr/>
        </p:nvSpPr>
        <p:spPr>
          <a:xfrm>
            <a:off x="8403336"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t>
            </a:r>
            <a:r>
              <a:rPr lang="en-US" baseline="-25000" dirty="0" err="1"/>
              <a:t>K</a:t>
            </a:r>
            <a:endParaRPr lang="en-US" baseline="-25000" dirty="0"/>
          </a:p>
        </p:txBody>
      </p:sp>
      <p:sp>
        <p:nvSpPr>
          <p:cNvPr id="11" name="Oval 10">
            <a:extLst>
              <a:ext uri="{FF2B5EF4-FFF2-40B4-BE49-F238E27FC236}">
                <a16:creationId xmlns:a16="http://schemas.microsoft.com/office/drawing/2014/main" id="{5FE07896-9C1D-E956-D2FF-FEAA490E1EB9}"/>
              </a:ext>
            </a:extLst>
          </p:cNvPr>
          <p:cNvSpPr/>
          <p:nvPr/>
        </p:nvSpPr>
        <p:spPr>
          <a:xfrm>
            <a:off x="1014984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p</a:t>
            </a:r>
            <a:r>
              <a:rPr lang="en-US" sz="1500" baseline="-25000" dirty="0"/>
              <a:t>K+1</a:t>
            </a:r>
          </a:p>
        </p:txBody>
      </p:sp>
      <p:cxnSp>
        <p:nvCxnSpPr>
          <p:cNvPr id="13" name="Straight Arrow Connector 12">
            <a:extLst>
              <a:ext uri="{FF2B5EF4-FFF2-40B4-BE49-F238E27FC236}">
                <a16:creationId xmlns:a16="http://schemas.microsoft.com/office/drawing/2014/main" id="{2ABB9AC6-600D-E3AC-1B62-AC47A8894255}"/>
              </a:ext>
            </a:extLst>
          </p:cNvPr>
          <p:cNvCxnSpPr>
            <a:stCxn id="6" idx="6"/>
            <a:endCxn id="7" idx="2"/>
          </p:cNvCxnSpPr>
          <p:nvPr/>
        </p:nvCxnSpPr>
        <p:spPr>
          <a:xfrm>
            <a:off x="2148840"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6349E52-7AC5-5F40-4F61-47A15D290C82}"/>
              </a:ext>
            </a:extLst>
          </p:cNvPr>
          <p:cNvCxnSpPr>
            <a:cxnSpLocks/>
            <a:stCxn id="7" idx="6"/>
            <a:endCxn id="8" idx="2"/>
          </p:cNvCxnSpPr>
          <p:nvPr/>
        </p:nvCxnSpPr>
        <p:spPr>
          <a:xfrm>
            <a:off x="3895344"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A71C0C9-2EF5-0578-8D01-827633AE76D6}"/>
              </a:ext>
            </a:extLst>
          </p:cNvPr>
          <p:cNvCxnSpPr>
            <a:cxnSpLocks/>
            <a:stCxn id="8" idx="6"/>
            <a:endCxn id="9" idx="2"/>
          </p:cNvCxnSpPr>
          <p:nvPr/>
        </p:nvCxnSpPr>
        <p:spPr>
          <a:xfrm>
            <a:off x="5641848"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F4857DB-4F33-1A7A-790B-91AD1B761B97}"/>
              </a:ext>
            </a:extLst>
          </p:cNvPr>
          <p:cNvCxnSpPr>
            <a:cxnSpLocks/>
            <a:stCxn id="9" idx="6"/>
            <a:endCxn id="10" idx="2"/>
          </p:cNvCxnSpPr>
          <p:nvPr/>
        </p:nvCxnSpPr>
        <p:spPr>
          <a:xfrm>
            <a:off x="7388352"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A78C663-37FF-5BE8-69A1-834C5C022801}"/>
              </a:ext>
            </a:extLst>
          </p:cNvPr>
          <p:cNvCxnSpPr>
            <a:cxnSpLocks/>
            <a:stCxn id="10" idx="6"/>
            <a:endCxn id="11" idx="2"/>
          </p:cNvCxnSpPr>
          <p:nvPr/>
        </p:nvCxnSpPr>
        <p:spPr>
          <a:xfrm>
            <a:off x="9134856"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710B5D7D-1C64-B54F-BF90-9453BFC1AC5F}"/>
              </a:ext>
            </a:extLst>
          </p:cNvPr>
          <p:cNvSpPr txBox="1"/>
          <p:nvPr/>
        </p:nvSpPr>
        <p:spPr>
          <a:xfrm>
            <a:off x="402336" y="2801630"/>
            <a:ext cx="489236" cy="523220"/>
          </a:xfrm>
          <a:prstGeom prst="rect">
            <a:avLst/>
          </a:prstGeom>
          <a:noFill/>
        </p:spPr>
        <p:txBody>
          <a:bodyPr wrap="none" rtlCol="0">
            <a:spAutoFit/>
          </a:bodyPr>
          <a:lstStyle/>
          <a:p>
            <a:r>
              <a:rPr lang="en-US" sz="2800" dirty="0">
                <a:solidFill>
                  <a:schemeClr val="accent2">
                    <a:lumMod val="75000"/>
                  </a:schemeClr>
                </a:solidFill>
              </a:rPr>
              <a:t>p:</a:t>
            </a:r>
          </a:p>
        </p:txBody>
      </p:sp>
      <p:sp>
        <p:nvSpPr>
          <p:cNvPr id="49" name="TextBox 48">
            <a:extLst>
              <a:ext uri="{FF2B5EF4-FFF2-40B4-BE49-F238E27FC236}">
                <a16:creationId xmlns:a16="http://schemas.microsoft.com/office/drawing/2014/main" id="{040529B0-5DF0-D39D-93B9-55C667AA4BEE}"/>
              </a:ext>
            </a:extLst>
          </p:cNvPr>
          <p:cNvSpPr txBox="1"/>
          <p:nvPr/>
        </p:nvSpPr>
        <p:spPr>
          <a:xfrm>
            <a:off x="2336308" y="2616964"/>
            <a:ext cx="640047" cy="369332"/>
          </a:xfrm>
          <a:prstGeom prst="rect">
            <a:avLst/>
          </a:prstGeom>
          <a:noFill/>
        </p:spPr>
        <p:txBody>
          <a:bodyPr wrap="none" rtlCol="0">
            <a:spAutoFit/>
          </a:bodyPr>
          <a:lstStyle/>
          <a:p>
            <a:r>
              <a:rPr lang="en-US" dirty="0"/>
              <a:t>Y</a:t>
            </a:r>
            <a:r>
              <a:rPr lang="en-US" baseline="-25000" dirty="0"/>
              <a:t>p1p2</a:t>
            </a:r>
          </a:p>
        </p:txBody>
      </p:sp>
      <p:sp>
        <p:nvSpPr>
          <p:cNvPr id="50" name="TextBox 49">
            <a:extLst>
              <a:ext uri="{FF2B5EF4-FFF2-40B4-BE49-F238E27FC236}">
                <a16:creationId xmlns:a16="http://schemas.microsoft.com/office/drawing/2014/main" id="{33B3D7C5-7FB6-40EA-6420-66C339AF436C}"/>
              </a:ext>
            </a:extLst>
          </p:cNvPr>
          <p:cNvSpPr txBox="1"/>
          <p:nvPr/>
        </p:nvSpPr>
        <p:spPr>
          <a:xfrm>
            <a:off x="9215645" y="2616964"/>
            <a:ext cx="816377" cy="369332"/>
          </a:xfrm>
          <a:prstGeom prst="rect">
            <a:avLst/>
          </a:prstGeom>
          <a:noFill/>
        </p:spPr>
        <p:txBody>
          <a:bodyPr wrap="none" rtlCol="0">
            <a:spAutoFit/>
          </a:bodyPr>
          <a:lstStyle/>
          <a:p>
            <a:r>
              <a:rPr lang="en-US" dirty="0"/>
              <a:t>Y</a:t>
            </a:r>
            <a:r>
              <a:rPr lang="en-US" baseline="-25000" dirty="0"/>
              <a:t>pKpK+1</a:t>
            </a:r>
          </a:p>
        </p:txBody>
      </p:sp>
      <p:sp>
        <p:nvSpPr>
          <p:cNvPr id="51" name="TextBox 50">
            <a:extLst>
              <a:ext uri="{FF2B5EF4-FFF2-40B4-BE49-F238E27FC236}">
                <a16:creationId xmlns:a16="http://schemas.microsoft.com/office/drawing/2014/main" id="{C4D36D91-B0D5-1F6C-551A-A8CB641AF1B1}"/>
              </a:ext>
            </a:extLst>
          </p:cNvPr>
          <p:cNvSpPr txBox="1"/>
          <p:nvPr/>
        </p:nvSpPr>
        <p:spPr>
          <a:xfrm>
            <a:off x="4082812" y="2616964"/>
            <a:ext cx="640047" cy="369332"/>
          </a:xfrm>
          <a:prstGeom prst="rect">
            <a:avLst/>
          </a:prstGeom>
          <a:noFill/>
        </p:spPr>
        <p:txBody>
          <a:bodyPr wrap="none" rtlCol="0">
            <a:spAutoFit/>
          </a:bodyPr>
          <a:lstStyle/>
          <a:p>
            <a:r>
              <a:rPr lang="en-US" dirty="0"/>
              <a:t>Y</a:t>
            </a:r>
            <a:r>
              <a:rPr lang="en-US" baseline="-25000" dirty="0"/>
              <a:t>p2p3</a:t>
            </a:r>
          </a:p>
        </p:txBody>
      </p:sp>
      <p:pic>
        <p:nvPicPr>
          <p:cNvPr id="3" name="Picture 2">
            <a:extLst>
              <a:ext uri="{FF2B5EF4-FFF2-40B4-BE49-F238E27FC236}">
                <a16:creationId xmlns:a16="http://schemas.microsoft.com/office/drawing/2014/main" id="{A670F627-2AA9-BC78-D674-90B326739853}"/>
              </a:ext>
            </a:extLst>
          </p:cNvPr>
          <p:cNvPicPr>
            <a:picLocks noChangeAspect="1"/>
          </p:cNvPicPr>
          <p:nvPr/>
        </p:nvPicPr>
        <p:blipFill>
          <a:blip r:embed="rId2"/>
          <a:stretch>
            <a:fillRect/>
          </a:stretch>
        </p:blipFill>
        <p:spPr>
          <a:xfrm>
            <a:off x="1958713" y="4349513"/>
            <a:ext cx="8274573" cy="1155157"/>
          </a:xfrm>
          <a:prstGeom prst="rect">
            <a:avLst/>
          </a:prstGeom>
        </p:spPr>
      </p:pic>
    </p:spTree>
    <p:extLst>
      <p:ext uri="{BB962C8B-B14F-4D97-AF65-F5344CB8AC3E}">
        <p14:creationId xmlns:p14="http://schemas.microsoft.com/office/powerpoint/2010/main" val="38273855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B5CFE-A8F3-8408-4C24-6BB68E456998}"/>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131DA6AB-C3E5-93AD-663A-BC045AF21E1C}"/>
              </a:ext>
            </a:extLst>
          </p:cNvPr>
          <p:cNvSpPr/>
          <p:nvPr/>
        </p:nvSpPr>
        <p:spPr>
          <a:xfrm>
            <a:off x="141732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1</a:t>
            </a:r>
          </a:p>
        </p:txBody>
      </p:sp>
      <p:sp>
        <p:nvSpPr>
          <p:cNvPr id="7" name="Oval 6">
            <a:extLst>
              <a:ext uri="{FF2B5EF4-FFF2-40B4-BE49-F238E27FC236}">
                <a16:creationId xmlns:a16="http://schemas.microsoft.com/office/drawing/2014/main" id="{2BE17758-637B-281C-5227-7C4BD77B9DC9}"/>
              </a:ext>
            </a:extLst>
          </p:cNvPr>
          <p:cNvSpPr/>
          <p:nvPr/>
        </p:nvSpPr>
        <p:spPr>
          <a:xfrm>
            <a:off x="3163824"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2</a:t>
            </a:r>
          </a:p>
        </p:txBody>
      </p:sp>
      <p:sp>
        <p:nvSpPr>
          <p:cNvPr id="8" name="Oval 7">
            <a:extLst>
              <a:ext uri="{FF2B5EF4-FFF2-40B4-BE49-F238E27FC236}">
                <a16:creationId xmlns:a16="http://schemas.microsoft.com/office/drawing/2014/main" id="{10D40D94-E3A0-2F93-BFEF-4071167F9011}"/>
              </a:ext>
            </a:extLst>
          </p:cNvPr>
          <p:cNvSpPr/>
          <p:nvPr/>
        </p:nvSpPr>
        <p:spPr>
          <a:xfrm>
            <a:off x="4910328"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3</a:t>
            </a:r>
          </a:p>
        </p:txBody>
      </p:sp>
      <p:sp>
        <p:nvSpPr>
          <p:cNvPr id="9" name="Oval 8">
            <a:extLst>
              <a:ext uri="{FF2B5EF4-FFF2-40B4-BE49-F238E27FC236}">
                <a16:creationId xmlns:a16="http://schemas.microsoft.com/office/drawing/2014/main" id="{21BDF91A-6460-8003-7B15-990EF3EC5526}"/>
              </a:ext>
            </a:extLst>
          </p:cNvPr>
          <p:cNvSpPr/>
          <p:nvPr/>
        </p:nvSpPr>
        <p:spPr>
          <a:xfrm>
            <a:off x="6656832"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Oval 9">
            <a:extLst>
              <a:ext uri="{FF2B5EF4-FFF2-40B4-BE49-F238E27FC236}">
                <a16:creationId xmlns:a16="http://schemas.microsoft.com/office/drawing/2014/main" id="{118474AB-FFC0-F2C2-6791-0CC9A10797A1}"/>
              </a:ext>
            </a:extLst>
          </p:cNvPr>
          <p:cNvSpPr/>
          <p:nvPr/>
        </p:nvSpPr>
        <p:spPr>
          <a:xfrm>
            <a:off x="8403336"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t>
            </a:r>
            <a:r>
              <a:rPr lang="en-US" baseline="-25000" dirty="0" err="1"/>
              <a:t>K</a:t>
            </a:r>
            <a:endParaRPr lang="en-US" baseline="-25000" dirty="0"/>
          </a:p>
        </p:txBody>
      </p:sp>
      <p:sp>
        <p:nvSpPr>
          <p:cNvPr id="11" name="Oval 10">
            <a:extLst>
              <a:ext uri="{FF2B5EF4-FFF2-40B4-BE49-F238E27FC236}">
                <a16:creationId xmlns:a16="http://schemas.microsoft.com/office/drawing/2014/main" id="{09623B1D-551C-E5B2-288E-3BBD507B0712}"/>
              </a:ext>
            </a:extLst>
          </p:cNvPr>
          <p:cNvSpPr/>
          <p:nvPr/>
        </p:nvSpPr>
        <p:spPr>
          <a:xfrm>
            <a:off x="1014984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p</a:t>
            </a:r>
            <a:r>
              <a:rPr lang="en-US" sz="1500" baseline="-25000" dirty="0"/>
              <a:t>K+1</a:t>
            </a:r>
          </a:p>
        </p:txBody>
      </p:sp>
      <p:cxnSp>
        <p:nvCxnSpPr>
          <p:cNvPr id="13" name="Straight Arrow Connector 12">
            <a:extLst>
              <a:ext uri="{FF2B5EF4-FFF2-40B4-BE49-F238E27FC236}">
                <a16:creationId xmlns:a16="http://schemas.microsoft.com/office/drawing/2014/main" id="{15EBE156-AE5A-2599-068B-0336306F8AAA}"/>
              </a:ext>
            </a:extLst>
          </p:cNvPr>
          <p:cNvCxnSpPr>
            <a:stCxn id="6" idx="6"/>
            <a:endCxn id="7" idx="2"/>
          </p:cNvCxnSpPr>
          <p:nvPr/>
        </p:nvCxnSpPr>
        <p:spPr>
          <a:xfrm>
            <a:off x="2148840"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2498127-7254-D646-C6F6-E9FC2B988189}"/>
              </a:ext>
            </a:extLst>
          </p:cNvPr>
          <p:cNvCxnSpPr>
            <a:cxnSpLocks/>
            <a:stCxn id="7" idx="6"/>
            <a:endCxn id="8" idx="2"/>
          </p:cNvCxnSpPr>
          <p:nvPr/>
        </p:nvCxnSpPr>
        <p:spPr>
          <a:xfrm>
            <a:off x="3895344"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B26A1EA-C195-251C-F587-12A40EDF8619}"/>
              </a:ext>
            </a:extLst>
          </p:cNvPr>
          <p:cNvCxnSpPr>
            <a:cxnSpLocks/>
            <a:stCxn id="8" idx="6"/>
            <a:endCxn id="9" idx="2"/>
          </p:cNvCxnSpPr>
          <p:nvPr/>
        </p:nvCxnSpPr>
        <p:spPr>
          <a:xfrm>
            <a:off x="5641848"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C54C828-B539-2911-8F9F-1133F075BC23}"/>
              </a:ext>
            </a:extLst>
          </p:cNvPr>
          <p:cNvCxnSpPr>
            <a:cxnSpLocks/>
            <a:stCxn id="9" idx="6"/>
            <a:endCxn id="10" idx="2"/>
          </p:cNvCxnSpPr>
          <p:nvPr/>
        </p:nvCxnSpPr>
        <p:spPr>
          <a:xfrm>
            <a:off x="7388352"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A01477A-84B6-244E-E074-608C95A3B872}"/>
              </a:ext>
            </a:extLst>
          </p:cNvPr>
          <p:cNvCxnSpPr>
            <a:cxnSpLocks/>
            <a:stCxn id="10" idx="6"/>
            <a:endCxn id="11" idx="2"/>
          </p:cNvCxnSpPr>
          <p:nvPr/>
        </p:nvCxnSpPr>
        <p:spPr>
          <a:xfrm>
            <a:off x="9134856"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DD5DB42E-6435-2210-9BC0-3EC189DD05B4}"/>
              </a:ext>
            </a:extLst>
          </p:cNvPr>
          <p:cNvSpPr txBox="1"/>
          <p:nvPr/>
        </p:nvSpPr>
        <p:spPr>
          <a:xfrm>
            <a:off x="402336" y="2801630"/>
            <a:ext cx="489236" cy="523220"/>
          </a:xfrm>
          <a:prstGeom prst="rect">
            <a:avLst/>
          </a:prstGeom>
          <a:noFill/>
        </p:spPr>
        <p:txBody>
          <a:bodyPr wrap="none" rtlCol="0">
            <a:spAutoFit/>
          </a:bodyPr>
          <a:lstStyle/>
          <a:p>
            <a:r>
              <a:rPr lang="en-US" sz="2800" dirty="0">
                <a:solidFill>
                  <a:schemeClr val="accent2">
                    <a:lumMod val="75000"/>
                  </a:schemeClr>
                </a:solidFill>
              </a:rPr>
              <a:t>p:</a:t>
            </a:r>
          </a:p>
        </p:txBody>
      </p:sp>
      <p:sp>
        <p:nvSpPr>
          <p:cNvPr id="49" name="TextBox 48">
            <a:extLst>
              <a:ext uri="{FF2B5EF4-FFF2-40B4-BE49-F238E27FC236}">
                <a16:creationId xmlns:a16="http://schemas.microsoft.com/office/drawing/2014/main" id="{643CDEC4-5F8C-B91F-02B8-8C935A7EC2A3}"/>
              </a:ext>
            </a:extLst>
          </p:cNvPr>
          <p:cNvSpPr txBox="1"/>
          <p:nvPr/>
        </p:nvSpPr>
        <p:spPr>
          <a:xfrm>
            <a:off x="2336308" y="2616964"/>
            <a:ext cx="640047" cy="369332"/>
          </a:xfrm>
          <a:prstGeom prst="rect">
            <a:avLst/>
          </a:prstGeom>
          <a:noFill/>
        </p:spPr>
        <p:txBody>
          <a:bodyPr wrap="none" rtlCol="0">
            <a:spAutoFit/>
          </a:bodyPr>
          <a:lstStyle/>
          <a:p>
            <a:r>
              <a:rPr lang="en-US" dirty="0"/>
              <a:t>Y</a:t>
            </a:r>
            <a:r>
              <a:rPr lang="en-US" baseline="-25000" dirty="0"/>
              <a:t>p1p2</a:t>
            </a:r>
          </a:p>
        </p:txBody>
      </p:sp>
      <p:sp>
        <p:nvSpPr>
          <p:cNvPr id="50" name="TextBox 49">
            <a:extLst>
              <a:ext uri="{FF2B5EF4-FFF2-40B4-BE49-F238E27FC236}">
                <a16:creationId xmlns:a16="http://schemas.microsoft.com/office/drawing/2014/main" id="{739A3BC6-56D0-B1EA-5B06-115D6DE49316}"/>
              </a:ext>
            </a:extLst>
          </p:cNvPr>
          <p:cNvSpPr txBox="1"/>
          <p:nvPr/>
        </p:nvSpPr>
        <p:spPr>
          <a:xfrm>
            <a:off x="9215645" y="2616964"/>
            <a:ext cx="816377" cy="369332"/>
          </a:xfrm>
          <a:prstGeom prst="rect">
            <a:avLst/>
          </a:prstGeom>
          <a:noFill/>
        </p:spPr>
        <p:txBody>
          <a:bodyPr wrap="none" rtlCol="0">
            <a:spAutoFit/>
          </a:bodyPr>
          <a:lstStyle/>
          <a:p>
            <a:r>
              <a:rPr lang="en-US" dirty="0"/>
              <a:t>Y</a:t>
            </a:r>
            <a:r>
              <a:rPr lang="en-US" baseline="-25000" dirty="0"/>
              <a:t>pKpK+1</a:t>
            </a:r>
          </a:p>
        </p:txBody>
      </p:sp>
      <p:sp>
        <p:nvSpPr>
          <p:cNvPr id="51" name="TextBox 50">
            <a:extLst>
              <a:ext uri="{FF2B5EF4-FFF2-40B4-BE49-F238E27FC236}">
                <a16:creationId xmlns:a16="http://schemas.microsoft.com/office/drawing/2014/main" id="{42D92A2D-7796-ECEC-5F1B-F13C71432019}"/>
              </a:ext>
            </a:extLst>
          </p:cNvPr>
          <p:cNvSpPr txBox="1"/>
          <p:nvPr/>
        </p:nvSpPr>
        <p:spPr>
          <a:xfrm>
            <a:off x="4082812" y="2616964"/>
            <a:ext cx="640047" cy="369332"/>
          </a:xfrm>
          <a:prstGeom prst="rect">
            <a:avLst/>
          </a:prstGeom>
          <a:noFill/>
        </p:spPr>
        <p:txBody>
          <a:bodyPr wrap="none" rtlCol="0">
            <a:spAutoFit/>
          </a:bodyPr>
          <a:lstStyle/>
          <a:p>
            <a:r>
              <a:rPr lang="en-US" dirty="0"/>
              <a:t>Y</a:t>
            </a:r>
            <a:r>
              <a:rPr lang="en-US" baseline="-25000" dirty="0"/>
              <a:t>p2p3</a:t>
            </a:r>
          </a:p>
        </p:txBody>
      </p:sp>
      <p:pic>
        <p:nvPicPr>
          <p:cNvPr id="2" name="Picture 1">
            <a:extLst>
              <a:ext uri="{FF2B5EF4-FFF2-40B4-BE49-F238E27FC236}">
                <a16:creationId xmlns:a16="http://schemas.microsoft.com/office/drawing/2014/main" id="{2DE3337C-37DC-3727-7FBB-0D9056F7EF5C}"/>
              </a:ext>
            </a:extLst>
          </p:cNvPr>
          <p:cNvPicPr>
            <a:picLocks noChangeAspect="1"/>
          </p:cNvPicPr>
          <p:nvPr/>
        </p:nvPicPr>
        <p:blipFill>
          <a:blip r:embed="rId3"/>
          <a:stretch>
            <a:fillRect/>
          </a:stretch>
        </p:blipFill>
        <p:spPr>
          <a:xfrm>
            <a:off x="3832089" y="4365941"/>
            <a:ext cx="4527821" cy="1156298"/>
          </a:xfrm>
          <a:prstGeom prst="rect">
            <a:avLst/>
          </a:prstGeom>
        </p:spPr>
      </p:pic>
    </p:spTree>
    <p:extLst>
      <p:ext uri="{BB962C8B-B14F-4D97-AF65-F5344CB8AC3E}">
        <p14:creationId xmlns:p14="http://schemas.microsoft.com/office/powerpoint/2010/main" val="32440976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3CEC-D597-F951-39EC-7793FA12C207}"/>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D5296733-42A7-2AAE-0712-999FD56629BE}"/>
              </a:ext>
            </a:extLst>
          </p:cNvPr>
          <p:cNvSpPr/>
          <p:nvPr/>
        </p:nvSpPr>
        <p:spPr>
          <a:xfrm>
            <a:off x="141732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1</a:t>
            </a:r>
          </a:p>
        </p:txBody>
      </p:sp>
      <p:sp>
        <p:nvSpPr>
          <p:cNvPr id="7" name="Oval 6">
            <a:extLst>
              <a:ext uri="{FF2B5EF4-FFF2-40B4-BE49-F238E27FC236}">
                <a16:creationId xmlns:a16="http://schemas.microsoft.com/office/drawing/2014/main" id="{86E4CA85-E40C-1217-34A5-C7E00B82C8A4}"/>
              </a:ext>
            </a:extLst>
          </p:cNvPr>
          <p:cNvSpPr/>
          <p:nvPr/>
        </p:nvSpPr>
        <p:spPr>
          <a:xfrm>
            <a:off x="3163824"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2</a:t>
            </a:r>
          </a:p>
        </p:txBody>
      </p:sp>
      <p:sp>
        <p:nvSpPr>
          <p:cNvPr id="8" name="Oval 7">
            <a:extLst>
              <a:ext uri="{FF2B5EF4-FFF2-40B4-BE49-F238E27FC236}">
                <a16:creationId xmlns:a16="http://schemas.microsoft.com/office/drawing/2014/main" id="{4AF75542-6FD3-EB1E-0A90-717FAEF618B1}"/>
              </a:ext>
            </a:extLst>
          </p:cNvPr>
          <p:cNvSpPr/>
          <p:nvPr/>
        </p:nvSpPr>
        <p:spPr>
          <a:xfrm>
            <a:off x="4910328"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baseline="-25000" dirty="0"/>
              <a:t>3</a:t>
            </a:r>
          </a:p>
        </p:txBody>
      </p:sp>
      <p:sp>
        <p:nvSpPr>
          <p:cNvPr id="9" name="Oval 8">
            <a:extLst>
              <a:ext uri="{FF2B5EF4-FFF2-40B4-BE49-F238E27FC236}">
                <a16:creationId xmlns:a16="http://schemas.microsoft.com/office/drawing/2014/main" id="{9A9BB69B-FCEF-6FB3-BEA1-7DAD4B3014B6}"/>
              </a:ext>
            </a:extLst>
          </p:cNvPr>
          <p:cNvSpPr/>
          <p:nvPr/>
        </p:nvSpPr>
        <p:spPr>
          <a:xfrm>
            <a:off x="6656832"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Oval 9">
            <a:extLst>
              <a:ext uri="{FF2B5EF4-FFF2-40B4-BE49-F238E27FC236}">
                <a16:creationId xmlns:a16="http://schemas.microsoft.com/office/drawing/2014/main" id="{A1B101EE-198D-0BB1-2E3D-A9F283335052}"/>
              </a:ext>
            </a:extLst>
          </p:cNvPr>
          <p:cNvSpPr/>
          <p:nvPr/>
        </p:nvSpPr>
        <p:spPr>
          <a:xfrm>
            <a:off x="8403336"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t>
            </a:r>
            <a:r>
              <a:rPr lang="en-US" baseline="-25000" dirty="0" err="1"/>
              <a:t>K</a:t>
            </a:r>
            <a:endParaRPr lang="en-US" baseline="-25000" dirty="0"/>
          </a:p>
        </p:txBody>
      </p:sp>
      <p:sp>
        <p:nvSpPr>
          <p:cNvPr id="11" name="Oval 10">
            <a:extLst>
              <a:ext uri="{FF2B5EF4-FFF2-40B4-BE49-F238E27FC236}">
                <a16:creationId xmlns:a16="http://schemas.microsoft.com/office/drawing/2014/main" id="{B624E241-B3AA-8FD4-34EC-9C593C955F01}"/>
              </a:ext>
            </a:extLst>
          </p:cNvPr>
          <p:cNvSpPr/>
          <p:nvPr/>
        </p:nvSpPr>
        <p:spPr>
          <a:xfrm>
            <a:off x="10149840" y="2697480"/>
            <a:ext cx="731520" cy="731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p</a:t>
            </a:r>
            <a:r>
              <a:rPr lang="en-US" sz="1500" baseline="-25000" dirty="0"/>
              <a:t>K+1</a:t>
            </a:r>
          </a:p>
        </p:txBody>
      </p:sp>
      <p:cxnSp>
        <p:nvCxnSpPr>
          <p:cNvPr id="13" name="Straight Arrow Connector 12">
            <a:extLst>
              <a:ext uri="{FF2B5EF4-FFF2-40B4-BE49-F238E27FC236}">
                <a16:creationId xmlns:a16="http://schemas.microsoft.com/office/drawing/2014/main" id="{B08D8756-8F1B-6788-23DB-5665CC3D1282}"/>
              </a:ext>
            </a:extLst>
          </p:cNvPr>
          <p:cNvCxnSpPr>
            <a:stCxn id="6" idx="6"/>
            <a:endCxn id="7" idx="2"/>
          </p:cNvCxnSpPr>
          <p:nvPr/>
        </p:nvCxnSpPr>
        <p:spPr>
          <a:xfrm>
            <a:off x="2148840"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6C63BEC-9D14-71FB-3A97-502B098E9B9C}"/>
              </a:ext>
            </a:extLst>
          </p:cNvPr>
          <p:cNvCxnSpPr>
            <a:cxnSpLocks/>
            <a:stCxn id="7" idx="6"/>
            <a:endCxn id="8" idx="2"/>
          </p:cNvCxnSpPr>
          <p:nvPr/>
        </p:nvCxnSpPr>
        <p:spPr>
          <a:xfrm>
            <a:off x="3895344"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1423776-7962-0E6A-DF36-D3EA680EA74C}"/>
              </a:ext>
            </a:extLst>
          </p:cNvPr>
          <p:cNvCxnSpPr>
            <a:cxnSpLocks/>
            <a:stCxn id="8" idx="6"/>
            <a:endCxn id="9" idx="2"/>
          </p:cNvCxnSpPr>
          <p:nvPr/>
        </p:nvCxnSpPr>
        <p:spPr>
          <a:xfrm>
            <a:off x="5641848"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9F5C0734-01BC-8DFE-4BA0-EFFEFE0C4C28}"/>
              </a:ext>
            </a:extLst>
          </p:cNvPr>
          <p:cNvCxnSpPr>
            <a:cxnSpLocks/>
            <a:stCxn id="9" idx="6"/>
            <a:endCxn id="10" idx="2"/>
          </p:cNvCxnSpPr>
          <p:nvPr/>
        </p:nvCxnSpPr>
        <p:spPr>
          <a:xfrm>
            <a:off x="7388352"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FE64F75-D978-C61B-46A2-243D30880FF1}"/>
              </a:ext>
            </a:extLst>
          </p:cNvPr>
          <p:cNvCxnSpPr>
            <a:cxnSpLocks/>
            <a:stCxn id="10" idx="6"/>
            <a:endCxn id="11" idx="2"/>
          </p:cNvCxnSpPr>
          <p:nvPr/>
        </p:nvCxnSpPr>
        <p:spPr>
          <a:xfrm>
            <a:off x="9134856" y="3063240"/>
            <a:ext cx="101498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C2ECC6F-7E61-345C-EA45-F21B18DECC89}"/>
              </a:ext>
            </a:extLst>
          </p:cNvPr>
          <p:cNvSpPr txBox="1"/>
          <p:nvPr/>
        </p:nvSpPr>
        <p:spPr>
          <a:xfrm>
            <a:off x="402336" y="2801630"/>
            <a:ext cx="489236" cy="523220"/>
          </a:xfrm>
          <a:prstGeom prst="rect">
            <a:avLst/>
          </a:prstGeom>
          <a:noFill/>
        </p:spPr>
        <p:txBody>
          <a:bodyPr wrap="none" rtlCol="0">
            <a:spAutoFit/>
          </a:bodyPr>
          <a:lstStyle/>
          <a:p>
            <a:r>
              <a:rPr lang="en-US" sz="2800" dirty="0">
                <a:solidFill>
                  <a:schemeClr val="accent2">
                    <a:lumMod val="75000"/>
                  </a:schemeClr>
                </a:solidFill>
              </a:rPr>
              <a:t>p:</a:t>
            </a:r>
          </a:p>
        </p:txBody>
      </p:sp>
      <p:sp>
        <p:nvSpPr>
          <p:cNvPr id="49" name="TextBox 48">
            <a:extLst>
              <a:ext uri="{FF2B5EF4-FFF2-40B4-BE49-F238E27FC236}">
                <a16:creationId xmlns:a16="http://schemas.microsoft.com/office/drawing/2014/main" id="{DD1D3290-B3D6-4FBD-D28E-2051A6CC84B8}"/>
              </a:ext>
            </a:extLst>
          </p:cNvPr>
          <p:cNvSpPr txBox="1"/>
          <p:nvPr/>
        </p:nvSpPr>
        <p:spPr>
          <a:xfrm>
            <a:off x="2336308" y="2616964"/>
            <a:ext cx="640047" cy="369332"/>
          </a:xfrm>
          <a:prstGeom prst="rect">
            <a:avLst/>
          </a:prstGeom>
          <a:noFill/>
        </p:spPr>
        <p:txBody>
          <a:bodyPr wrap="none" rtlCol="0">
            <a:spAutoFit/>
          </a:bodyPr>
          <a:lstStyle/>
          <a:p>
            <a:r>
              <a:rPr lang="en-US" dirty="0"/>
              <a:t>Y</a:t>
            </a:r>
            <a:r>
              <a:rPr lang="en-US" baseline="-25000" dirty="0"/>
              <a:t>p1p2</a:t>
            </a:r>
          </a:p>
        </p:txBody>
      </p:sp>
      <p:sp>
        <p:nvSpPr>
          <p:cNvPr id="50" name="TextBox 49">
            <a:extLst>
              <a:ext uri="{FF2B5EF4-FFF2-40B4-BE49-F238E27FC236}">
                <a16:creationId xmlns:a16="http://schemas.microsoft.com/office/drawing/2014/main" id="{58DE7AF8-6F74-0BB4-F663-5557DA46C6FE}"/>
              </a:ext>
            </a:extLst>
          </p:cNvPr>
          <p:cNvSpPr txBox="1"/>
          <p:nvPr/>
        </p:nvSpPr>
        <p:spPr>
          <a:xfrm>
            <a:off x="9215645" y="2616964"/>
            <a:ext cx="816377" cy="369332"/>
          </a:xfrm>
          <a:prstGeom prst="rect">
            <a:avLst/>
          </a:prstGeom>
          <a:noFill/>
        </p:spPr>
        <p:txBody>
          <a:bodyPr wrap="none" rtlCol="0">
            <a:spAutoFit/>
          </a:bodyPr>
          <a:lstStyle/>
          <a:p>
            <a:r>
              <a:rPr lang="en-US" dirty="0"/>
              <a:t>Y</a:t>
            </a:r>
            <a:r>
              <a:rPr lang="en-US" baseline="-25000" dirty="0"/>
              <a:t>pKpK+1</a:t>
            </a:r>
          </a:p>
        </p:txBody>
      </p:sp>
      <p:sp>
        <p:nvSpPr>
          <p:cNvPr id="51" name="TextBox 50">
            <a:extLst>
              <a:ext uri="{FF2B5EF4-FFF2-40B4-BE49-F238E27FC236}">
                <a16:creationId xmlns:a16="http://schemas.microsoft.com/office/drawing/2014/main" id="{4362925C-E017-563F-1D40-2A80CEC939E0}"/>
              </a:ext>
            </a:extLst>
          </p:cNvPr>
          <p:cNvSpPr txBox="1"/>
          <p:nvPr/>
        </p:nvSpPr>
        <p:spPr>
          <a:xfrm>
            <a:off x="4082812" y="2616964"/>
            <a:ext cx="640047" cy="369332"/>
          </a:xfrm>
          <a:prstGeom prst="rect">
            <a:avLst/>
          </a:prstGeom>
          <a:noFill/>
        </p:spPr>
        <p:txBody>
          <a:bodyPr wrap="none" rtlCol="0">
            <a:spAutoFit/>
          </a:bodyPr>
          <a:lstStyle/>
          <a:p>
            <a:r>
              <a:rPr lang="en-US" dirty="0"/>
              <a:t>Y</a:t>
            </a:r>
            <a:r>
              <a:rPr lang="en-US" baseline="-25000" dirty="0"/>
              <a:t>p2p3</a:t>
            </a:r>
          </a:p>
        </p:txBody>
      </p:sp>
      <p:pic>
        <p:nvPicPr>
          <p:cNvPr id="3" name="Picture 2">
            <a:extLst>
              <a:ext uri="{FF2B5EF4-FFF2-40B4-BE49-F238E27FC236}">
                <a16:creationId xmlns:a16="http://schemas.microsoft.com/office/drawing/2014/main" id="{BDC4D1DE-0F08-6A50-6AEB-849024530026}"/>
              </a:ext>
            </a:extLst>
          </p:cNvPr>
          <p:cNvPicPr>
            <a:picLocks noChangeAspect="1"/>
          </p:cNvPicPr>
          <p:nvPr/>
        </p:nvPicPr>
        <p:blipFill>
          <a:blip r:embed="rId2"/>
          <a:stretch>
            <a:fillRect/>
          </a:stretch>
        </p:blipFill>
        <p:spPr>
          <a:xfrm>
            <a:off x="5237734" y="4417568"/>
            <a:ext cx="1716532" cy="865024"/>
          </a:xfrm>
          <a:prstGeom prst="rect">
            <a:avLst/>
          </a:prstGeom>
        </p:spPr>
      </p:pic>
    </p:spTree>
    <p:extLst>
      <p:ext uri="{BB962C8B-B14F-4D97-AF65-F5344CB8AC3E}">
        <p14:creationId xmlns:p14="http://schemas.microsoft.com/office/powerpoint/2010/main" val="1896241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7DCF8-AC6F-499A-7208-20F8D7946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57738-01CE-FD0C-47D7-699835D05723}"/>
              </a:ext>
            </a:extLst>
          </p:cNvPr>
          <p:cNvSpPr>
            <a:spLocks noGrp="1"/>
          </p:cNvSpPr>
          <p:nvPr>
            <p:ph type="title"/>
          </p:nvPr>
        </p:nvSpPr>
        <p:spPr/>
        <p:txBody>
          <a:bodyPr/>
          <a:lstStyle/>
          <a:p>
            <a:r>
              <a:rPr lang="en-US" dirty="0"/>
              <a:t>Analysis: strength of linear relaxations</a:t>
            </a:r>
          </a:p>
        </p:txBody>
      </p:sp>
      <p:sp>
        <p:nvSpPr>
          <p:cNvPr id="3" name="Content Placeholder 2">
            <a:extLst>
              <a:ext uri="{FF2B5EF4-FFF2-40B4-BE49-F238E27FC236}">
                <a16:creationId xmlns:a16="http://schemas.microsoft.com/office/drawing/2014/main" id="{1F4026F8-21E4-6A26-9596-DD98761E4B4D}"/>
              </a:ext>
            </a:extLst>
          </p:cNvPr>
          <p:cNvSpPr>
            <a:spLocks noGrp="1"/>
          </p:cNvSpPr>
          <p:nvPr>
            <p:ph idx="1"/>
          </p:nvPr>
        </p:nvSpPr>
        <p:spPr/>
        <p:txBody>
          <a:bodyPr/>
          <a:lstStyle/>
          <a:p>
            <a:r>
              <a:rPr lang="en-US" dirty="0"/>
              <a:t>The other direction is not true: we cannot (in general) take a valid assignment of variables satisfying constraints in EF and convert it to a solution satisfying constraints in CF</a:t>
            </a:r>
          </a:p>
        </p:txBody>
      </p:sp>
    </p:spTree>
    <p:extLst>
      <p:ext uri="{BB962C8B-B14F-4D97-AF65-F5344CB8AC3E}">
        <p14:creationId xmlns:p14="http://schemas.microsoft.com/office/powerpoint/2010/main" val="2047576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ECA04-8274-B623-C362-65682E12E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03752-584B-4B07-F5A6-E594B939CB51}"/>
              </a:ext>
            </a:extLst>
          </p:cNvPr>
          <p:cNvSpPr>
            <a:spLocks noGrp="1"/>
          </p:cNvSpPr>
          <p:nvPr>
            <p:ph type="title"/>
          </p:nvPr>
        </p:nvSpPr>
        <p:spPr/>
        <p:txBody>
          <a:bodyPr/>
          <a:lstStyle/>
          <a:p>
            <a:r>
              <a:rPr lang="en-US" dirty="0"/>
              <a:t>Section 3: Solving large ILPs</a:t>
            </a:r>
          </a:p>
        </p:txBody>
      </p:sp>
      <p:sp>
        <p:nvSpPr>
          <p:cNvPr id="3" name="Text Placeholder 2">
            <a:extLst>
              <a:ext uri="{FF2B5EF4-FFF2-40B4-BE49-F238E27FC236}">
                <a16:creationId xmlns:a16="http://schemas.microsoft.com/office/drawing/2014/main" id="{03C56D25-AFC1-69F0-2114-6DA4C9015C3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85463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5E151-E5D1-78FC-4AAB-D93098CFF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F4473-3BFA-EF5A-2986-7EA51F9D70B7}"/>
              </a:ext>
            </a:extLst>
          </p:cNvPr>
          <p:cNvSpPr>
            <a:spLocks noGrp="1"/>
          </p:cNvSpPr>
          <p:nvPr>
            <p:ph type="title"/>
          </p:nvPr>
        </p:nvSpPr>
        <p:spPr/>
        <p:txBody>
          <a:bodyPr/>
          <a:lstStyle/>
          <a:p>
            <a:r>
              <a:rPr lang="en-US" dirty="0"/>
              <a:t>Idea: Using only a subset of constraints</a:t>
            </a:r>
          </a:p>
        </p:txBody>
      </p:sp>
      <p:sp>
        <p:nvSpPr>
          <p:cNvPr id="3" name="Content Placeholder 2">
            <a:extLst>
              <a:ext uri="{FF2B5EF4-FFF2-40B4-BE49-F238E27FC236}">
                <a16:creationId xmlns:a16="http://schemas.microsoft.com/office/drawing/2014/main" id="{7AC4561B-1728-2B70-4606-637B38F7C64C}"/>
              </a:ext>
            </a:extLst>
          </p:cNvPr>
          <p:cNvSpPr>
            <a:spLocks noGrp="1"/>
          </p:cNvSpPr>
          <p:nvPr>
            <p:ph idx="1"/>
          </p:nvPr>
        </p:nvSpPr>
        <p:spPr/>
        <p:txBody>
          <a:bodyPr/>
          <a:lstStyle/>
          <a:p>
            <a:r>
              <a:rPr lang="en-US" dirty="0"/>
              <a:t>Can we avoid using all of the constraints?</a:t>
            </a:r>
          </a:p>
          <a:p>
            <a:pPr lvl="1"/>
            <a:r>
              <a:rPr lang="en-US" dirty="0"/>
              <a:t>In general, no</a:t>
            </a:r>
          </a:p>
          <a:p>
            <a:pPr lvl="1"/>
            <a:r>
              <a:rPr lang="en-US" dirty="0"/>
              <a:t>In practice – sure</a:t>
            </a:r>
          </a:p>
          <a:p>
            <a:r>
              <a:rPr lang="en-US" dirty="0"/>
              <a:t>Constraint generation approach:</a:t>
            </a:r>
          </a:p>
          <a:p>
            <a:pPr marL="914400" lvl="1" indent="-457200">
              <a:buFont typeface="+mj-lt"/>
              <a:buAutoNum type="arabicPeriod"/>
            </a:pPr>
            <a:r>
              <a:rPr lang="en-US" dirty="0"/>
              <a:t>Begin by a small subset of constraints C and solve the ILP</a:t>
            </a:r>
          </a:p>
          <a:p>
            <a:pPr marL="914400" lvl="1" indent="-457200">
              <a:buFont typeface="+mj-lt"/>
              <a:buAutoNum type="arabicPeriod"/>
            </a:pPr>
            <a:r>
              <a:rPr lang="en-US" dirty="0"/>
              <a:t>Find a set of violated constraints, V</a:t>
            </a:r>
          </a:p>
          <a:p>
            <a:pPr marL="914400" lvl="1" indent="-457200">
              <a:buFont typeface="+mj-lt"/>
              <a:buAutoNum type="arabicPeriod"/>
            </a:pPr>
            <a:r>
              <a:rPr lang="en-US" dirty="0"/>
              <a:t>If V is empty, done</a:t>
            </a:r>
          </a:p>
          <a:p>
            <a:pPr marL="914400" lvl="1" indent="-457200">
              <a:buFont typeface="+mj-lt"/>
              <a:buAutoNum type="arabicPeriod"/>
            </a:pPr>
            <a:r>
              <a:rPr lang="en-US" dirty="0"/>
              <a:t>Else, add some or all constraints of V to C and go back to step 1</a:t>
            </a:r>
          </a:p>
          <a:p>
            <a:r>
              <a:rPr lang="en-US" dirty="0"/>
              <a:t>Simple idea but powerful technique</a:t>
            </a:r>
          </a:p>
          <a:p>
            <a:endParaRPr lang="en-US" dirty="0"/>
          </a:p>
        </p:txBody>
      </p:sp>
    </p:spTree>
    <p:extLst>
      <p:ext uri="{BB962C8B-B14F-4D97-AF65-F5344CB8AC3E}">
        <p14:creationId xmlns:p14="http://schemas.microsoft.com/office/powerpoint/2010/main" val="142472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ACCDE-0FF6-25CF-D30B-B84515BC0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6FB4B-C93E-4D5D-2CAA-BE8C54B69A6D}"/>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16BB0A95-9537-4EEA-0C44-B73D0EFC1CC6}"/>
              </a:ext>
            </a:extLst>
          </p:cNvPr>
          <p:cNvPicPr>
            <a:picLocks noGrp="1" noChangeAspect="1"/>
          </p:cNvPicPr>
          <p:nvPr>
            <p:ph idx="1"/>
          </p:nvPr>
        </p:nvPicPr>
        <p:blipFill>
          <a:blip r:embed="rId2"/>
          <a:stretch>
            <a:fillRect/>
          </a:stretch>
        </p:blipFill>
        <p:spPr>
          <a:xfrm>
            <a:off x="2144985" y="1825625"/>
            <a:ext cx="7902029" cy="4351338"/>
          </a:xfrm>
          <a:prstGeom prst="rect">
            <a:avLst/>
          </a:prstGeom>
        </p:spPr>
      </p:pic>
      <p:cxnSp>
        <p:nvCxnSpPr>
          <p:cNvPr id="3" name="Straight Arrow Connector 2">
            <a:extLst>
              <a:ext uri="{FF2B5EF4-FFF2-40B4-BE49-F238E27FC236}">
                <a16:creationId xmlns:a16="http://schemas.microsoft.com/office/drawing/2014/main" id="{76F27C94-F865-E7C6-014C-6A6224A9B5F3}"/>
              </a:ext>
            </a:extLst>
          </p:cNvPr>
          <p:cNvCxnSpPr/>
          <p:nvPr/>
        </p:nvCxnSpPr>
        <p:spPr>
          <a:xfrm flipV="1">
            <a:off x="2668044" y="2192055"/>
            <a:ext cx="3920646" cy="1640909"/>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CF3FFAB0-1E7F-069C-931B-E06B4C08ADE5}"/>
              </a:ext>
            </a:extLst>
          </p:cNvPr>
          <p:cNvCxnSpPr>
            <a:cxnSpLocks/>
          </p:cNvCxnSpPr>
          <p:nvPr/>
        </p:nvCxnSpPr>
        <p:spPr>
          <a:xfrm flipH="1">
            <a:off x="6588690" y="2304789"/>
            <a:ext cx="187891" cy="1894605"/>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9B9D1959-04F0-6562-5E6D-4BBF131E04D6}"/>
              </a:ext>
            </a:extLst>
          </p:cNvPr>
          <p:cNvCxnSpPr>
            <a:cxnSpLocks/>
          </p:cNvCxnSpPr>
          <p:nvPr/>
        </p:nvCxnSpPr>
        <p:spPr>
          <a:xfrm flipH="1">
            <a:off x="4171167" y="4597052"/>
            <a:ext cx="2236466" cy="1192993"/>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78BA1F6-3740-A84A-845D-46845B755F81}"/>
              </a:ext>
            </a:extLst>
          </p:cNvPr>
          <p:cNvCxnSpPr>
            <a:cxnSpLocks/>
          </p:cNvCxnSpPr>
          <p:nvPr/>
        </p:nvCxnSpPr>
        <p:spPr>
          <a:xfrm flipH="1" flipV="1">
            <a:off x="2580362" y="4096011"/>
            <a:ext cx="1252602" cy="1618462"/>
          </a:xfrm>
          <a:prstGeom prst="straightConnector1">
            <a:avLst/>
          </a:prstGeom>
          <a:ln w="127000">
            <a:prstDash val="sysDash"/>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E055992-6F12-03E0-5197-E52CEB887ABA}"/>
              </a:ext>
            </a:extLst>
          </p:cNvPr>
          <p:cNvSpPr txBox="1"/>
          <p:nvPr/>
        </p:nvSpPr>
        <p:spPr>
          <a:xfrm>
            <a:off x="5305900" y="5436891"/>
            <a:ext cx="6389057" cy="954107"/>
          </a:xfrm>
          <a:prstGeom prst="rect">
            <a:avLst/>
          </a:prstGeom>
          <a:noFill/>
        </p:spPr>
        <p:txBody>
          <a:bodyPr wrap="none" rtlCol="0">
            <a:spAutoFit/>
          </a:bodyPr>
          <a:lstStyle/>
          <a:p>
            <a:r>
              <a:rPr lang="en-US" sz="2800" dirty="0">
                <a:solidFill>
                  <a:srgbClr val="C00000"/>
                </a:solidFill>
              </a:rPr>
              <a:t>Are length-3 path constraints necessary </a:t>
            </a:r>
          </a:p>
          <a:p>
            <a:r>
              <a:rPr lang="en-US" sz="2800" dirty="0">
                <a:solidFill>
                  <a:srgbClr val="C00000"/>
                </a:solidFill>
              </a:rPr>
              <a:t>for the edge formulation here?</a:t>
            </a:r>
          </a:p>
        </p:txBody>
      </p:sp>
    </p:spTree>
    <p:extLst>
      <p:ext uri="{BB962C8B-B14F-4D97-AF65-F5344CB8AC3E}">
        <p14:creationId xmlns:p14="http://schemas.microsoft.com/office/powerpoint/2010/main" val="17690535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D0388-0082-579D-7248-79BA886BC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7A97B-6B7F-C6CB-07B5-CFE459A9CE5C}"/>
              </a:ext>
            </a:extLst>
          </p:cNvPr>
          <p:cNvSpPr>
            <a:spLocks noGrp="1"/>
          </p:cNvSpPr>
          <p:nvPr>
            <p:ph type="title"/>
          </p:nvPr>
        </p:nvSpPr>
        <p:spPr/>
        <p:txBody>
          <a:bodyPr/>
          <a:lstStyle/>
          <a:p>
            <a:r>
              <a:rPr lang="en-US" dirty="0"/>
              <a:t>KEP(3) (graph created using [4])</a:t>
            </a:r>
          </a:p>
        </p:txBody>
      </p:sp>
      <p:pic>
        <p:nvPicPr>
          <p:cNvPr id="7" name="Content Placeholder 6">
            <a:extLst>
              <a:ext uri="{FF2B5EF4-FFF2-40B4-BE49-F238E27FC236}">
                <a16:creationId xmlns:a16="http://schemas.microsoft.com/office/drawing/2014/main" id="{E57AD725-B3F9-2386-FB21-BFB3B3184ADC}"/>
              </a:ext>
            </a:extLst>
          </p:cNvPr>
          <p:cNvPicPr>
            <a:picLocks noGrp="1" noChangeAspect="1"/>
          </p:cNvPicPr>
          <p:nvPr>
            <p:ph idx="1"/>
          </p:nvPr>
        </p:nvPicPr>
        <p:blipFill>
          <a:blip r:embed="rId2"/>
          <a:srcRect/>
          <a:stretch/>
        </p:blipFill>
        <p:spPr>
          <a:xfrm>
            <a:off x="2144985" y="1825625"/>
            <a:ext cx="7902029" cy="4351338"/>
          </a:xfrm>
          <a:prstGeom prst="rect">
            <a:avLst/>
          </a:prstGeom>
        </p:spPr>
      </p:pic>
      <p:cxnSp>
        <p:nvCxnSpPr>
          <p:cNvPr id="3" name="Straight Arrow Connector 2">
            <a:extLst>
              <a:ext uri="{FF2B5EF4-FFF2-40B4-BE49-F238E27FC236}">
                <a16:creationId xmlns:a16="http://schemas.microsoft.com/office/drawing/2014/main" id="{53930267-3BFE-4E12-EAAB-CC7794F79157}"/>
              </a:ext>
            </a:extLst>
          </p:cNvPr>
          <p:cNvCxnSpPr>
            <a:cxnSpLocks/>
          </p:cNvCxnSpPr>
          <p:nvPr/>
        </p:nvCxnSpPr>
        <p:spPr>
          <a:xfrm flipV="1">
            <a:off x="2700169" y="2390884"/>
            <a:ext cx="2388198" cy="1159140"/>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5B25A99F-D3EF-D279-C29A-601C5B529E51}"/>
              </a:ext>
            </a:extLst>
          </p:cNvPr>
          <p:cNvCxnSpPr>
            <a:cxnSpLocks/>
          </p:cNvCxnSpPr>
          <p:nvPr/>
        </p:nvCxnSpPr>
        <p:spPr>
          <a:xfrm>
            <a:off x="5400339" y="2474259"/>
            <a:ext cx="849854" cy="1621752"/>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C8D24D3B-DBDE-C9F4-AE8F-CCC03177396F}"/>
              </a:ext>
            </a:extLst>
          </p:cNvPr>
          <p:cNvCxnSpPr>
            <a:cxnSpLocks/>
          </p:cNvCxnSpPr>
          <p:nvPr/>
        </p:nvCxnSpPr>
        <p:spPr>
          <a:xfrm flipH="1">
            <a:off x="4171167" y="4453666"/>
            <a:ext cx="2003722" cy="1336379"/>
          </a:xfrm>
          <a:prstGeom prst="straightConnector1">
            <a:avLst/>
          </a:prstGeom>
          <a:ln w="1270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00346E3-9DB7-5038-F80B-7E748DD1CE5E}"/>
              </a:ext>
            </a:extLst>
          </p:cNvPr>
          <p:cNvCxnSpPr>
            <a:cxnSpLocks/>
          </p:cNvCxnSpPr>
          <p:nvPr/>
        </p:nvCxnSpPr>
        <p:spPr>
          <a:xfrm flipH="1" flipV="1">
            <a:off x="2614108" y="3905026"/>
            <a:ext cx="1194099" cy="1765620"/>
          </a:xfrm>
          <a:prstGeom prst="straightConnector1">
            <a:avLst/>
          </a:prstGeom>
          <a:ln w="127000">
            <a:prstDash val="sysDash"/>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6B795E1-D246-CE8C-9014-47F8E8345ACC}"/>
              </a:ext>
            </a:extLst>
          </p:cNvPr>
          <p:cNvSpPr txBox="1"/>
          <p:nvPr/>
        </p:nvSpPr>
        <p:spPr>
          <a:xfrm>
            <a:off x="5606899" y="5193593"/>
            <a:ext cx="6389057" cy="954107"/>
          </a:xfrm>
          <a:prstGeom prst="rect">
            <a:avLst/>
          </a:prstGeom>
          <a:noFill/>
        </p:spPr>
        <p:txBody>
          <a:bodyPr wrap="none" rtlCol="0">
            <a:spAutoFit/>
          </a:bodyPr>
          <a:lstStyle/>
          <a:p>
            <a:r>
              <a:rPr lang="en-US" sz="2800" dirty="0">
                <a:solidFill>
                  <a:srgbClr val="C00000"/>
                </a:solidFill>
              </a:rPr>
              <a:t>Are length-3 path constraints necessary </a:t>
            </a:r>
          </a:p>
          <a:p>
            <a:r>
              <a:rPr lang="en-US" sz="2800" dirty="0">
                <a:solidFill>
                  <a:srgbClr val="C00000"/>
                </a:solidFill>
              </a:rPr>
              <a:t>for the edge formulation here?</a:t>
            </a:r>
          </a:p>
        </p:txBody>
      </p:sp>
    </p:spTree>
    <p:extLst>
      <p:ext uri="{BB962C8B-B14F-4D97-AF65-F5344CB8AC3E}">
        <p14:creationId xmlns:p14="http://schemas.microsoft.com/office/powerpoint/2010/main" val="38603404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FE85E-949F-443C-4BC7-0717E59CC29B}"/>
              </a:ext>
            </a:extLst>
          </p:cNvPr>
          <p:cNvSpPr>
            <a:spLocks noGrp="1"/>
          </p:cNvSpPr>
          <p:nvPr>
            <p:ph type="title"/>
          </p:nvPr>
        </p:nvSpPr>
        <p:spPr/>
        <p:txBody>
          <a:bodyPr/>
          <a:lstStyle/>
          <a:p>
            <a:r>
              <a:rPr lang="en-US" dirty="0"/>
              <a:t>Feedback??</a:t>
            </a:r>
          </a:p>
        </p:txBody>
      </p:sp>
      <p:pic>
        <p:nvPicPr>
          <p:cNvPr id="4" name="Content Placeholder 3">
            <a:extLst>
              <a:ext uri="{FF2B5EF4-FFF2-40B4-BE49-F238E27FC236}">
                <a16:creationId xmlns:a16="http://schemas.microsoft.com/office/drawing/2014/main" id="{EE18D683-025F-D33F-1D7C-C0B614B860E6}"/>
              </a:ext>
            </a:extLst>
          </p:cNvPr>
          <p:cNvPicPr>
            <a:picLocks noGrp="1" noChangeAspect="1"/>
          </p:cNvPicPr>
          <p:nvPr>
            <p:ph idx="1"/>
          </p:nvPr>
        </p:nvPicPr>
        <p:blipFill>
          <a:blip r:embed="rId2"/>
          <a:stretch>
            <a:fillRect/>
          </a:stretch>
        </p:blipFill>
        <p:spPr>
          <a:xfrm>
            <a:off x="4737327" y="1825625"/>
            <a:ext cx="2717346" cy="2717346"/>
          </a:xfrm>
          <a:prstGeom prst="rect">
            <a:avLst/>
          </a:prstGeom>
        </p:spPr>
      </p:pic>
      <p:sp>
        <p:nvSpPr>
          <p:cNvPr id="5" name="TextBox 4">
            <a:extLst>
              <a:ext uri="{FF2B5EF4-FFF2-40B4-BE49-F238E27FC236}">
                <a16:creationId xmlns:a16="http://schemas.microsoft.com/office/drawing/2014/main" id="{0B35B90A-B5B6-2FC9-8607-B485CE16E11E}"/>
              </a:ext>
            </a:extLst>
          </p:cNvPr>
          <p:cNvSpPr txBox="1"/>
          <p:nvPr/>
        </p:nvSpPr>
        <p:spPr>
          <a:xfrm>
            <a:off x="2276396" y="4905829"/>
            <a:ext cx="7639207" cy="523220"/>
          </a:xfrm>
          <a:prstGeom prst="rect">
            <a:avLst/>
          </a:prstGeom>
          <a:noFill/>
        </p:spPr>
        <p:txBody>
          <a:bodyPr wrap="none" rtlCol="0">
            <a:spAutoFit/>
          </a:bodyPr>
          <a:lstStyle/>
          <a:p>
            <a:r>
              <a:rPr lang="en-US" sz="2800" dirty="0"/>
              <a:t>Please leave feedback using the QR code above!</a:t>
            </a:r>
          </a:p>
        </p:txBody>
      </p:sp>
    </p:spTree>
    <p:extLst>
      <p:ext uri="{BB962C8B-B14F-4D97-AF65-F5344CB8AC3E}">
        <p14:creationId xmlns:p14="http://schemas.microsoft.com/office/powerpoint/2010/main" val="17379954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9C405-468C-36D7-C566-75433DEF79D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F06158A-DDF2-3BA7-A1D0-E0050A413C73}"/>
              </a:ext>
            </a:extLst>
          </p:cNvPr>
          <p:cNvSpPr>
            <a:spLocks noGrp="1"/>
          </p:cNvSpPr>
          <p:nvPr>
            <p:ph idx="1"/>
          </p:nvPr>
        </p:nvSpPr>
        <p:spPr/>
        <p:txBody>
          <a:bodyPr/>
          <a:lstStyle/>
          <a:p>
            <a:r>
              <a:rPr lang="en-US" dirty="0"/>
              <a:t>[1] - </a:t>
            </a:r>
            <a:r>
              <a:rPr lang="en-US" dirty="0">
                <a:hlinkClick r:id="rId2"/>
              </a:rPr>
              <a:t>https://cjhb.site/Files.php/Books/Book%20Series/GTM/271%20Integer%20Programming%20by%20Michele%20Conforti%2C%20Gérard%20Cornuéjols%2C%20Giacomo%20Zambelli.pdf</a:t>
            </a:r>
            <a:r>
              <a:rPr lang="en-US" dirty="0"/>
              <a:t> </a:t>
            </a:r>
          </a:p>
          <a:p>
            <a:r>
              <a:rPr lang="en-US" dirty="0"/>
              <a:t>[2] - </a:t>
            </a:r>
            <a:r>
              <a:rPr lang="en-US" dirty="0">
                <a:hlinkClick r:id="rId3"/>
              </a:rPr>
              <a:t>https://amaldi.faculty.polimi.it/SlidesFOR-19-20/ILP-cutting-planes-FOR-18.pdf</a:t>
            </a:r>
            <a:r>
              <a:rPr lang="en-US" dirty="0"/>
              <a:t> </a:t>
            </a:r>
          </a:p>
          <a:p>
            <a:r>
              <a:rPr lang="en-US" dirty="0"/>
              <a:t>[3] - </a:t>
            </a:r>
            <a:r>
              <a:rPr lang="en-US" dirty="0">
                <a:hlinkClick r:id="rId4"/>
              </a:rPr>
              <a:t>https://www.dcs.gla.ac.uk/research/algorithms/IP-MATCH/kidney_exchange_game/index.html</a:t>
            </a:r>
            <a:r>
              <a:rPr lang="en-US" dirty="0"/>
              <a:t> </a:t>
            </a:r>
          </a:p>
          <a:p>
            <a:r>
              <a:rPr lang="en-US" dirty="0"/>
              <a:t>[4] - </a:t>
            </a:r>
            <a:r>
              <a:rPr lang="en-US" dirty="0">
                <a:hlinkClick r:id="rId5"/>
              </a:rPr>
              <a:t>https://graphonline.top/en/</a:t>
            </a:r>
            <a:r>
              <a:rPr lang="en-US" dirty="0"/>
              <a:t> </a:t>
            </a:r>
          </a:p>
        </p:txBody>
      </p:sp>
    </p:spTree>
    <p:extLst>
      <p:ext uri="{BB962C8B-B14F-4D97-AF65-F5344CB8AC3E}">
        <p14:creationId xmlns:p14="http://schemas.microsoft.com/office/powerpoint/2010/main" val="3970966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17515</TotalTime>
  <Words>2023</Words>
  <Application>Microsoft Macintosh PowerPoint</Application>
  <PresentationFormat>Widescreen</PresentationFormat>
  <Paragraphs>286</Paragraphs>
  <Slides>52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Aptos</vt:lpstr>
      <vt:lpstr>Aptos Display</vt:lpstr>
      <vt:lpstr>Arial</vt:lpstr>
      <vt:lpstr>Office Theme</vt:lpstr>
      <vt:lpstr>Solving Integer (Linear) Programs</vt:lpstr>
      <vt:lpstr>Topics</vt:lpstr>
      <vt:lpstr>Section 1: Solving ILPs</vt:lpstr>
      <vt:lpstr>What is Linear Programming?</vt:lpstr>
      <vt:lpstr>What is Integer (Linear) Programming?</vt:lpstr>
      <vt:lpstr>Which one is harder?</vt:lpstr>
      <vt:lpstr>Which one is harder?</vt:lpstr>
      <vt:lpstr>Which one is harder?</vt:lpstr>
      <vt:lpstr>How can we solve ILPs?</vt:lpstr>
      <vt:lpstr>What can we do with a fractional solution?</vt:lpstr>
      <vt:lpstr>Branch-and-bound [1]</vt:lpstr>
      <vt:lpstr>Branch-and-bound [1]</vt:lpstr>
      <vt:lpstr>Branch-and-bound [1]</vt:lpstr>
      <vt:lpstr>Section 2: Formulating problems </vt:lpstr>
      <vt:lpstr>Is an ILP formulation unique? [2]</vt:lpstr>
      <vt:lpstr>Example: Kidney Exchange Problem</vt:lpstr>
      <vt:lpstr>Example: Kidney Exchange Problem</vt:lpstr>
      <vt:lpstr>KEP(3) (graph created using [4])</vt:lpstr>
      <vt:lpstr>KEP(3) (graph created using [4])</vt:lpstr>
      <vt:lpstr>KEP(3) (graph created using [4])</vt:lpstr>
      <vt:lpstr>KEP(3) (graph created using [4])</vt:lpstr>
      <vt:lpstr>KEP(3) (graph created using [4])</vt:lpstr>
      <vt:lpstr>Hardness of KEP(K)</vt:lpstr>
      <vt:lpstr>Idea 1: A literal cycle packing</vt:lpstr>
      <vt:lpstr>Cycle Formulation</vt:lpstr>
      <vt:lpstr>Idea 2: Consider arcs individually and ensure flow conservation</vt:lpstr>
      <vt:lpstr>KEP(3) (graph created using [4])</vt:lpstr>
      <vt:lpstr>KEP(3) (graph created using [4])</vt:lpstr>
      <vt:lpstr>Edge Formulation</vt:lpstr>
      <vt:lpstr>Analysis: which one is better?</vt:lpstr>
      <vt:lpstr>Analysis: model size</vt:lpstr>
      <vt:lpstr>Analysis: model size</vt:lpstr>
      <vt:lpstr>Analysis: model size</vt:lpstr>
      <vt:lpstr>Analysis: strength of linear relaxations</vt:lpstr>
      <vt:lpstr>Analysis: strength of linear relaxations</vt:lpstr>
      <vt:lpstr>Analysis: strength of linear relaxations</vt:lpstr>
      <vt:lpstr>Analysis: strength of linear relaxations</vt:lpstr>
      <vt:lpstr>Analysis: strength of linear relaxations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strength of linear relaxations</vt:lpstr>
      <vt:lpstr>Section 3: Solving large ILPs</vt:lpstr>
      <vt:lpstr>Idea: Using only a subset of constraints</vt:lpstr>
      <vt:lpstr>KEP(3) (graph created using [4])</vt:lpstr>
      <vt:lpstr>KEP(3) (graph created using [4])</vt:lpstr>
      <vt:lpstr>Feedback??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Danielius Sukys</dc:creator>
  <cp:lastModifiedBy>Danielius Sukys</cp:lastModifiedBy>
  <cp:revision>6</cp:revision>
  <dcterms:created xsi:type="dcterms:W3CDTF">2025-10-20T08:51:41Z</dcterms:created>
  <dcterms:modified xsi:type="dcterms:W3CDTF">2025-11-13T10:47:06Z</dcterms:modified>
</cp:coreProperties>
</file>